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</p:sldMasterIdLst>
  <p:notesMasterIdLst>
    <p:notesMasterId r:id="rId25"/>
  </p:notesMasterIdLst>
  <p:sldIdLst>
    <p:sldId id="282" r:id="rId2"/>
    <p:sldId id="279" r:id="rId3"/>
    <p:sldId id="283" r:id="rId4"/>
    <p:sldId id="301" r:id="rId5"/>
    <p:sldId id="286" r:id="rId6"/>
    <p:sldId id="287" r:id="rId7"/>
    <p:sldId id="288" r:id="rId8"/>
    <p:sldId id="289" r:id="rId9"/>
    <p:sldId id="302" r:id="rId10"/>
    <p:sldId id="303" r:id="rId11"/>
    <p:sldId id="285" r:id="rId12"/>
    <p:sldId id="280" r:id="rId13"/>
    <p:sldId id="290" r:id="rId14"/>
    <p:sldId id="284" r:id="rId15"/>
    <p:sldId id="304" r:id="rId16"/>
    <p:sldId id="305" r:id="rId17"/>
    <p:sldId id="294" r:id="rId18"/>
    <p:sldId id="295" r:id="rId19"/>
    <p:sldId id="296" r:id="rId20"/>
    <p:sldId id="297" r:id="rId21"/>
    <p:sldId id="298" r:id="rId22"/>
    <p:sldId id="299" r:id="rId23"/>
    <p:sldId id="300" r:id="rId2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0" autoAdjust="0"/>
    <p:restoredTop sz="94660"/>
  </p:normalViewPr>
  <p:slideViewPr>
    <p:cSldViewPr>
      <p:cViewPr varScale="1">
        <p:scale>
          <a:sx n="72" d="100"/>
          <a:sy n="72" d="100"/>
        </p:scale>
        <p:origin x="90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A59065-DA01-403A-A7FC-DBA9105BDA7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20B1BB9-4542-4472-B3FD-E5579541AB5B}">
      <dgm:prSet/>
      <dgm:spPr/>
      <dgm:t>
        <a:bodyPr/>
        <a:lstStyle/>
        <a:p>
          <a:r>
            <a:rPr lang="en-US" b="1" i="1"/>
            <a:t>Deviance: any behavior, belief or characteristic that violates the social norms or expectations of a given society, provokes disapproval, and risks social control</a:t>
          </a:r>
          <a:endParaRPr lang="en-US"/>
        </a:p>
      </dgm:t>
    </dgm:pt>
    <dgm:pt modelId="{37623468-8254-4407-815E-2D8B96D55D47}" type="parTrans" cxnId="{648065D6-DB87-48C5-96B4-813D69168F53}">
      <dgm:prSet/>
      <dgm:spPr/>
      <dgm:t>
        <a:bodyPr/>
        <a:lstStyle/>
        <a:p>
          <a:endParaRPr lang="en-US"/>
        </a:p>
      </dgm:t>
    </dgm:pt>
    <dgm:pt modelId="{48401C02-ED8C-47AF-8ADF-A13133407FB3}" type="sibTrans" cxnId="{648065D6-DB87-48C5-96B4-813D69168F53}">
      <dgm:prSet/>
      <dgm:spPr/>
      <dgm:t>
        <a:bodyPr/>
        <a:lstStyle/>
        <a:p>
          <a:endParaRPr lang="en-US"/>
        </a:p>
      </dgm:t>
    </dgm:pt>
    <dgm:pt modelId="{4D8815D7-36DB-4421-A0A1-1FFF158B7B84}">
      <dgm:prSet/>
      <dgm:spPr/>
      <dgm:t>
        <a:bodyPr/>
        <a:lstStyle/>
        <a:p>
          <a:r>
            <a:rPr lang="en-US" b="1" i="1"/>
            <a:t>Crime: behaviors that violate the formalized behavioral norms (laws) of a given society</a:t>
          </a:r>
          <a:endParaRPr lang="en-US"/>
        </a:p>
      </dgm:t>
    </dgm:pt>
    <dgm:pt modelId="{C085606C-E775-4C33-A5B2-6EC2889CA785}" type="parTrans" cxnId="{1F08459B-8201-411C-9AA5-79CD46C39094}">
      <dgm:prSet/>
      <dgm:spPr/>
      <dgm:t>
        <a:bodyPr/>
        <a:lstStyle/>
        <a:p>
          <a:endParaRPr lang="en-US"/>
        </a:p>
      </dgm:t>
    </dgm:pt>
    <dgm:pt modelId="{46318E1F-C32A-4258-A756-EE7F857B238D}" type="sibTrans" cxnId="{1F08459B-8201-411C-9AA5-79CD46C39094}">
      <dgm:prSet/>
      <dgm:spPr/>
      <dgm:t>
        <a:bodyPr/>
        <a:lstStyle/>
        <a:p>
          <a:endParaRPr lang="en-US"/>
        </a:p>
      </dgm:t>
    </dgm:pt>
    <dgm:pt modelId="{21BB6543-A15C-43FA-8F8A-33BF8AE0BD98}" type="pres">
      <dgm:prSet presAssocID="{29A59065-DA01-403A-A7FC-DBA9105BDA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4BF64B1-449B-47DA-AC57-D16821E7D0C4}" type="pres">
      <dgm:prSet presAssocID="{420B1BB9-4542-4472-B3FD-E5579541AB5B}" presName="hierRoot1" presStyleCnt="0"/>
      <dgm:spPr/>
    </dgm:pt>
    <dgm:pt modelId="{7E1442D1-3A55-4E75-BC9E-5F98E4A412A9}" type="pres">
      <dgm:prSet presAssocID="{420B1BB9-4542-4472-B3FD-E5579541AB5B}" presName="composite" presStyleCnt="0"/>
      <dgm:spPr/>
    </dgm:pt>
    <dgm:pt modelId="{4AC227FD-93EE-4990-B96D-1CF7C34274AA}" type="pres">
      <dgm:prSet presAssocID="{420B1BB9-4542-4472-B3FD-E5579541AB5B}" presName="background" presStyleLbl="node0" presStyleIdx="0" presStyleCnt="2"/>
      <dgm:spPr/>
    </dgm:pt>
    <dgm:pt modelId="{05EDAB12-68A9-4FAD-A401-E3A3158521E4}" type="pres">
      <dgm:prSet presAssocID="{420B1BB9-4542-4472-B3FD-E5579541AB5B}" presName="text" presStyleLbl="fgAcc0" presStyleIdx="0" presStyleCnt="2">
        <dgm:presLayoutVars>
          <dgm:chPref val="3"/>
        </dgm:presLayoutVars>
      </dgm:prSet>
      <dgm:spPr/>
    </dgm:pt>
    <dgm:pt modelId="{4EA8566A-5948-4939-87F9-D13B69DF4932}" type="pres">
      <dgm:prSet presAssocID="{420B1BB9-4542-4472-B3FD-E5579541AB5B}" presName="hierChild2" presStyleCnt="0"/>
      <dgm:spPr/>
    </dgm:pt>
    <dgm:pt modelId="{69792F59-217D-48C3-8E45-44147BC4C65B}" type="pres">
      <dgm:prSet presAssocID="{4D8815D7-36DB-4421-A0A1-1FFF158B7B84}" presName="hierRoot1" presStyleCnt="0"/>
      <dgm:spPr/>
    </dgm:pt>
    <dgm:pt modelId="{E6344256-5C4A-4464-9F66-5E69D2587B53}" type="pres">
      <dgm:prSet presAssocID="{4D8815D7-36DB-4421-A0A1-1FFF158B7B84}" presName="composite" presStyleCnt="0"/>
      <dgm:spPr/>
    </dgm:pt>
    <dgm:pt modelId="{BB176AD1-49F5-4D62-B1B8-1BD3C0577845}" type="pres">
      <dgm:prSet presAssocID="{4D8815D7-36DB-4421-A0A1-1FFF158B7B84}" presName="background" presStyleLbl="node0" presStyleIdx="1" presStyleCnt="2"/>
      <dgm:spPr/>
    </dgm:pt>
    <dgm:pt modelId="{6A6B36CE-46DA-4136-88D7-32C988985726}" type="pres">
      <dgm:prSet presAssocID="{4D8815D7-36DB-4421-A0A1-1FFF158B7B84}" presName="text" presStyleLbl="fgAcc0" presStyleIdx="1" presStyleCnt="2">
        <dgm:presLayoutVars>
          <dgm:chPref val="3"/>
        </dgm:presLayoutVars>
      </dgm:prSet>
      <dgm:spPr/>
    </dgm:pt>
    <dgm:pt modelId="{623FF98F-793A-4841-B802-1EA12155C542}" type="pres">
      <dgm:prSet presAssocID="{4D8815D7-36DB-4421-A0A1-1FFF158B7B84}" presName="hierChild2" presStyleCnt="0"/>
      <dgm:spPr/>
    </dgm:pt>
  </dgm:ptLst>
  <dgm:cxnLst>
    <dgm:cxn modelId="{B2E60A4E-12F7-425E-82C9-6AF606E009CB}" type="presOf" srcId="{4D8815D7-36DB-4421-A0A1-1FFF158B7B84}" destId="{6A6B36CE-46DA-4136-88D7-32C988985726}" srcOrd="0" destOrd="0" presId="urn:microsoft.com/office/officeart/2005/8/layout/hierarchy1"/>
    <dgm:cxn modelId="{8EB6F38B-F24A-48BC-9449-6400DEB9CE80}" type="presOf" srcId="{29A59065-DA01-403A-A7FC-DBA9105BDA75}" destId="{21BB6543-A15C-43FA-8F8A-33BF8AE0BD98}" srcOrd="0" destOrd="0" presId="urn:microsoft.com/office/officeart/2005/8/layout/hierarchy1"/>
    <dgm:cxn modelId="{1F08459B-8201-411C-9AA5-79CD46C39094}" srcId="{29A59065-DA01-403A-A7FC-DBA9105BDA75}" destId="{4D8815D7-36DB-4421-A0A1-1FFF158B7B84}" srcOrd="1" destOrd="0" parTransId="{C085606C-E775-4C33-A5B2-6EC2889CA785}" sibTransId="{46318E1F-C32A-4258-A756-EE7F857B238D}"/>
    <dgm:cxn modelId="{808076A2-ECD3-46D2-83D3-E50866B16A1D}" type="presOf" srcId="{420B1BB9-4542-4472-B3FD-E5579541AB5B}" destId="{05EDAB12-68A9-4FAD-A401-E3A3158521E4}" srcOrd="0" destOrd="0" presId="urn:microsoft.com/office/officeart/2005/8/layout/hierarchy1"/>
    <dgm:cxn modelId="{648065D6-DB87-48C5-96B4-813D69168F53}" srcId="{29A59065-DA01-403A-A7FC-DBA9105BDA75}" destId="{420B1BB9-4542-4472-B3FD-E5579541AB5B}" srcOrd="0" destOrd="0" parTransId="{37623468-8254-4407-815E-2D8B96D55D47}" sibTransId="{48401C02-ED8C-47AF-8ADF-A13133407FB3}"/>
    <dgm:cxn modelId="{0484A77F-576B-4286-BD7F-68C0B68306EB}" type="presParOf" srcId="{21BB6543-A15C-43FA-8F8A-33BF8AE0BD98}" destId="{94BF64B1-449B-47DA-AC57-D16821E7D0C4}" srcOrd="0" destOrd="0" presId="urn:microsoft.com/office/officeart/2005/8/layout/hierarchy1"/>
    <dgm:cxn modelId="{A59EBA35-DE2B-41DE-9AEA-BEC5452A8BD9}" type="presParOf" srcId="{94BF64B1-449B-47DA-AC57-D16821E7D0C4}" destId="{7E1442D1-3A55-4E75-BC9E-5F98E4A412A9}" srcOrd="0" destOrd="0" presId="urn:microsoft.com/office/officeart/2005/8/layout/hierarchy1"/>
    <dgm:cxn modelId="{87EB410E-B238-4110-9821-54A05E29683C}" type="presParOf" srcId="{7E1442D1-3A55-4E75-BC9E-5F98E4A412A9}" destId="{4AC227FD-93EE-4990-B96D-1CF7C34274AA}" srcOrd="0" destOrd="0" presId="urn:microsoft.com/office/officeart/2005/8/layout/hierarchy1"/>
    <dgm:cxn modelId="{509124DB-E4F4-4E8A-A901-091D4501BD55}" type="presParOf" srcId="{7E1442D1-3A55-4E75-BC9E-5F98E4A412A9}" destId="{05EDAB12-68A9-4FAD-A401-E3A3158521E4}" srcOrd="1" destOrd="0" presId="urn:microsoft.com/office/officeart/2005/8/layout/hierarchy1"/>
    <dgm:cxn modelId="{4EA69FE8-D52B-49FB-8B19-18444E9CFB8E}" type="presParOf" srcId="{94BF64B1-449B-47DA-AC57-D16821E7D0C4}" destId="{4EA8566A-5948-4939-87F9-D13B69DF4932}" srcOrd="1" destOrd="0" presId="urn:microsoft.com/office/officeart/2005/8/layout/hierarchy1"/>
    <dgm:cxn modelId="{E3BA923D-042F-4F04-A4BA-FB05A83B93D6}" type="presParOf" srcId="{21BB6543-A15C-43FA-8F8A-33BF8AE0BD98}" destId="{69792F59-217D-48C3-8E45-44147BC4C65B}" srcOrd="1" destOrd="0" presId="urn:microsoft.com/office/officeart/2005/8/layout/hierarchy1"/>
    <dgm:cxn modelId="{5E9CA0AF-F0CC-4E30-B6E3-50DF90EAB28F}" type="presParOf" srcId="{69792F59-217D-48C3-8E45-44147BC4C65B}" destId="{E6344256-5C4A-4464-9F66-5E69D2587B53}" srcOrd="0" destOrd="0" presId="urn:microsoft.com/office/officeart/2005/8/layout/hierarchy1"/>
    <dgm:cxn modelId="{4AE1C843-A9F6-41B4-868B-95AB9CEE4323}" type="presParOf" srcId="{E6344256-5C4A-4464-9F66-5E69D2587B53}" destId="{BB176AD1-49F5-4D62-B1B8-1BD3C0577845}" srcOrd="0" destOrd="0" presId="urn:microsoft.com/office/officeart/2005/8/layout/hierarchy1"/>
    <dgm:cxn modelId="{CAD16A86-2BF4-4931-B1BD-B02706ABFF80}" type="presParOf" srcId="{E6344256-5C4A-4464-9F66-5E69D2587B53}" destId="{6A6B36CE-46DA-4136-88D7-32C988985726}" srcOrd="1" destOrd="0" presId="urn:microsoft.com/office/officeart/2005/8/layout/hierarchy1"/>
    <dgm:cxn modelId="{C134E6F6-4B4E-465A-A987-2C99F30A5BD0}" type="presParOf" srcId="{69792F59-217D-48C3-8E45-44147BC4C65B}" destId="{623FF98F-793A-4841-B802-1EA12155C5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4F365E-3A1C-4EE9-B5B0-3301BEEAADFA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6A682278-7374-4D1D-BF72-F6E2E457D1BA}">
      <dgm:prSet/>
      <dgm:spPr/>
      <dgm:t>
        <a:bodyPr/>
        <a:lstStyle/>
        <a:p>
          <a:r>
            <a:rPr lang="en-US" b="1"/>
            <a:t>“Attitudes”</a:t>
          </a:r>
          <a:r>
            <a:rPr lang="en-US"/>
            <a:t>: unpopular or unconventional beliefs, ideas or opinions </a:t>
          </a:r>
        </a:p>
      </dgm:t>
    </dgm:pt>
    <dgm:pt modelId="{2F431FD8-E3E7-4DE9-875A-1985468BAB1D}" type="parTrans" cxnId="{C1D4C922-2658-45FD-807F-73FCDBF1E7AC}">
      <dgm:prSet/>
      <dgm:spPr/>
      <dgm:t>
        <a:bodyPr/>
        <a:lstStyle/>
        <a:p>
          <a:endParaRPr lang="en-US"/>
        </a:p>
      </dgm:t>
    </dgm:pt>
    <dgm:pt modelId="{48AB8BF5-EF23-4144-972C-A388E6CC33EC}" type="sibTrans" cxnId="{C1D4C922-2658-45FD-807F-73FCDBF1E7AC}">
      <dgm:prSet/>
      <dgm:spPr/>
      <dgm:t>
        <a:bodyPr/>
        <a:lstStyle/>
        <a:p>
          <a:endParaRPr lang="en-US"/>
        </a:p>
      </dgm:t>
    </dgm:pt>
    <dgm:pt modelId="{7B5DA2E1-BB6C-437B-AB25-8D8F896F388C}">
      <dgm:prSet/>
      <dgm:spPr/>
      <dgm:t>
        <a:bodyPr/>
        <a:lstStyle/>
        <a:p>
          <a:r>
            <a:rPr lang="en-US" b="1"/>
            <a:t>“Behavior”:</a:t>
          </a:r>
          <a:r>
            <a:rPr lang="en-US"/>
            <a:t> overt actions (or failure to act) that risks disapproval or condemnation</a:t>
          </a:r>
        </a:p>
      </dgm:t>
    </dgm:pt>
    <dgm:pt modelId="{875C3D97-B42A-416F-BF7C-D0EBF412F5DE}" type="parTrans" cxnId="{BA443344-422E-4ED6-8067-EFCF7A66558D}">
      <dgm:prSet/>
      <dgm:spPr/>
      <dgm:t>
        <a:bodyPr/>
        <a:lstStyle/>
        <a:p>
          <a:endParaRPr lang="en-US"/>
        </a:p>
      </dgm:t>
    </dgm:pt>
    <dgm:pt modelId="{D15F3192-B4EC-4FAB-A49F-DC1136B9865C}" type="sibTrans" cxnId="{BA443344-422E-4ED6-8067-EFCF7A66558D}">
      <dgm:prSet/>
      <dgm:spPr/>
      <dgm:t>
        <a:bodyPr/>
        <a:lstStyle/>
        <a:p>
          <a:endParaRPr lang="en-US"/>
        </a:p>
      </dgm:t>
    </dgm:pt>
    <dgm:pt modelId="{7070F3EA-4565-4ECE-A57D-1DD97E96E743}">
      <dgm:prSet/>
      <dgm:spPr/>
      <dgm:t>
        <a:bodyPr/>
        <a:lstStyle/>
        <a:p>
          <a:r>
            <a:rPr lang="en-US" b="1"/>
            <a:t>“Conditions”</a:t>
          </a:r>
          <a:r>
            <a:rPr lang="en-US"/>
            <a:t>: physical characteristics or traits that risk making an individual the target of negative social reactions</a:t>
          </a:r>
        </a:p>
      </dgm:t>
    </dgm:pt>
    <dgm:pt modelId="{78BB4959-85AD-4C0B-AFF7-D090221FE206}" type="parTrans" cxnId="{48AA6EE2-E857-4D47-835A-174133DC2BC5}">
      <dgm:prSet/>
      <dgm:spPr/>
      <dgm:t>
        <a:bodyPr/>
        <a:lstStyle/>
        <a:p>
          <a:endParaRPr lang="en-US"/>
        </a:p>
      </dgm:t>
    </dgm:pt>
    <dgm:pt modelId="{53946731-7581-4B0F-96B9-F1CF95357753}" type="sibTrans" cxnId="{48AA6EE2-E857-4D47-835A-174133DC2BC5}">
      <dgm:prSet/>
      <dgm:spPr/>
      <dgm:t>
        <a:bodyPr/>
        <a:lstStyle/>
        <a:p>
          <a:endParaRPr lang="en-US"/>
        </a:p>
      </dgm:t>
    </dgm:pt>
    <dgm:pt modelId="{B05B47E5-11AB-4264-B25A-DFD6872AFFA1}" type="pres">
      <dgm:prSet presAssocID="{064F365E-3A1C-4EE9-B5B0-3301BEEAADFA}" presName="vert0" presStyleCnt="0">
        <dgm:presLayoutVars>
          <dgm:dir/>
          <dgm:animOne val="branch"/>
          <dgm:animLvl val="lvl"/>
        </dgm:presLayoutVars>
      </dgm:prSet>
      <dgm:spPr/>
    </dgm:pt>
    <dgm:pt modelId="{88D8ADF4-5731-4582-A433-6AB8CE0F5753}" type="pres">
      <dgm:prSet presAssocID="{6A682278-7374-4D1D-BF72-F6E2E457D1BA}" presName="thickLine" presStyleLbl="alignNode1" presStyleIdx="0" presStyleCnt="3"/>
      <dgm:spPr/>
    </dgm:pt>
    <dgm:pt modelId="{DB322521-4AFB-4F68-8D6E-444989832782}" type="pres">
      <dgm:prSet presAssocID="{6A682278-7374-4D1D-BF72-F6E2E457D1BA}" presName="horz1" presStyleCnt="0"/>
      <dgm:spPr/>
    </dgm:pt>
    <dgm:pt modelId="{86E7BB7F-A504-4822-B40C-F5115A2F0FC9}" type="pres">
      <dgm:prSet presAssocID="{6A682278-7374-4D1D-BF72-F6E2E457D1BA}" presName="tx1" presStyleLbl="revTx" presStyleIdx="0" presStyleCnt="3"/>
      <dgm:spPr/>
    </dgm:pt>
    <dgm:pt modelId="{5EE9807C-376B-4596-867C-40915FF5B689}" type="pres">
      <dgm:prSet presAssocID="{6A682278-7374-4D1D-BF72-F6E2E457D1BA}" presName="vert1" presStyleCnt="0"/>
      <dgm:spPr/>
    </dgm:pt>
    <dgm:pt modelId="{0B41B6E9-71E9-4E6E-A8D6-A04BEC632677}" type="pres">
      <dgm:prSet presAssocID="{7B5DA2E1-BB6C-437B-AB25-8D8F896F388C}" presName="thickLine" presStyleLbl="alignNode1" presStyleIdx="1" presStyleCnt="3"/>
      <dgm:spPr/>
    </dgm:pt>
    <dgm:pt modelId="{46713E2C-4449-4DC6-8320-1FFE31C6046B}" type="pres">
      <dgm:prSet presAssocID="{7B5DA2E1-BB6C-437B-AB25-8D8F896F388C}" presName="horz1" presStyleCnt="0"/>
      <dgm:spPr/>
    </dgm:pt>
    <dgm:pt modelId="{AE09D0AE-4210-4CB0-9CE4-4EF7AB1AD183}" type="pres">
      <dgm:prSet presAssocID="{7B5DA2E1-BB6C-437B-AB25-8D8F896F388C}" presName="tx1" presStyleLbl="revTx" presStyleIdx="1" presStyleCnt="3"/>
      <dgm:spPr/>
    </dgm:pt>
    <dgm:pt modelId="{560960E0-1C74-4AE9-9EE3-30E7E55A5B5D}" type="pres">
      <dgm:prSet presAssocID="{7B5DA2E1-BB6C-437B-AB25-8D8F896F388C}" presName="vert1" presStyleCnt="0"/>
      <dgm:spPr/>
    </dgm:pt>
    <dgm:pt modelId="{426ED36A-0DD1-4BF5-9483-DF2F18694703}" type="pres">
      <dgm:prSet presAssocID="{7070F3EA-4565-4ECE-A57D-1DD97E96E743}" presName="thickLine" presStyleLbl="alignNode1" presStyleIdx="2" presStyleCnt="3"/>
      <dgm:spPr/>
    </dgm:pt>
    <dgm:pt modelId="{F5F62EE1-EB2C-421A-8C60-3E04A469401A}" type="pres">
      <dgm:prSet presAssocID="{7070F3EA-4565-4ECE-A57D-1DD97E96E743}" presName="horz1" presStyleCnt="0"/>
      <dgm:spPr/>
    </dgm:pt>
    <dgm:pt modelId="{0C492A70-DB05-4FDA-81A0-981BE9B2B9F2}" type="pres">
      <dgm:prSet presAssocID="{7070F3EA-4565-4ECE-A57D-1DD97E96E743}" presName="tx1" presStyleLbl="revTx" presStyleIdx="2" presStyleCnt="3"/>
      <dgm:spPr/>
    </dgm:pt>
    <dgm:pt modelId="{A3BC9FFA-CD2C-4BA9-801A-78E2C974225D}" type="pres">
      <dgm:prSet presAssocID="{7070F3EA-4565-4ECE-A57D-1DD97E96E743}" presName="vert1" presStyleCnt="0"/>
      <dgm:spPr/>
    </dgm:pt>
  </dgm:ptLst>
  <dgm:cxnLst>
    <dgm:cxn modelId="{BF335B0A-77E8-4E13-B3BD-A473418B5FCD}" type="presOf" srcId="{7B5DA2E1-BB6C-437B-AB25-8D8F896F388C}" destId="{AE09D0AE-4210-4CB0-9CE4-4EF7AB1AD183}" srcOrd="0" destOrd="0" presId="urn:microsoft.com/office/officeart/2008/layout/LinedList"/>
    <dgm:cxn modelId="{C1D4C922-2658-45FD-807F-73FCDBF1E7AC}" srcId="{064F365E-3A1C-4EE9-B5B0-3301BEEAADFA}" destId="{6A682278-7374-4D1D-BF72-F6E2E457D1BA}" srcOrd="0" destOrd="0" parTransId="{2F431FD8-E3E7-4DE9-875A-1985468BAB1D}" sibTransId="{48AB8BF5-EF23-4144-972C-A388E6CC33EC}"/>
    <dgm:cxn modelId="{88264A25-4F34-4DEE-93E6-14B1F0F4A0F2}" type="presOf" srcId="{7070F3EA-4565-4ECE-A57D-1DD97E96E743}" destId="{0C492A70-DB05-4FDA-81A0-981BE9B2B9F2}" srcOrd="0" destOrd="0" presId="urn:microsoft.com/office/officeart/2008/layout/LinedList"/>
    <dgm:cxn modelId="{FEEF572C-8099-4B31-9C40-4E5EBF03CD5A}" type="presOf" srcId="{6A682278-7374-4D1D-BF72-F6E2E457D1BA}" destId="{86E7BB7F-A504-4822-B40C-F5115A2F0FC9}" srcOrd="0" destOrd="0" presId="urn:microsoft.com/office/officeart/2008/layout/LinedList"/>
    <dgm:cxn modelId="{695A9838-1718-45C4-A00A-26CEA1083B4A}" type="presOf" srcId="{064F365E-3A1C-4EE9-B5B0-3301BEEAADFA}" destId="{B05B47E5-11AB-4264-B25A-DFD6872AFFA1}" srcOrd="0" destOrd="0" presId="urn:microsoft.com/office/officeart/2008/layout/LinedList"/>
    <dgm:cxn modelId="{BA443344-422E-4ED6-8067-EFCF7A66558D}" srcId="{064F365E-3A1C-4EE9-B5B0-3301BEEAADFA}" destId="{7B5DA2E1-BB6C-437B-AB25-8D8F896F388C}" srcOrd="1" destOrd="0" parTransId="{875C3D97-B42A-416F-BF7C-D0EBF412F5DE}" sibTransId="{D15F3192-B4EC-4FAB-A49F-DC1136B9865C}"/>
    <dgm:cxn modelId="{48AA6EE2-E857-4D47-835A-174133DC2BC5}" srcId="{064F365E-3A1C-4EE9-B5B0-3301BEEAADFA}" destId="{7070F3EA-4565-4ECE-A57D-1DD97E96E743}" srcOrd="2" destOrd="0" parTransId="{78BB4959-85AD-4C0B-AFF7-D090221FE206}" sibTransId="{53946731-7581-4B0F-96B9-F1CF95357753}"/>
    <dgm:cxn modelId="{6E7EFFBF-02D8-4F31-910B-E6FC080B22D4}" type="presParOf" srcId="{B05B47E5-11AB-4264-B25A-DFD6872AFFA1}" destId="{88D8ADF4-5731-4582-A433-6AB8CE0F5753}" srcOrd="0" destOrd="0" presId="urn:microsoft.com/office/officeart/2008/layout/LinedList"/>
    <dgm:cxn modelId="{BB90D9EA-78C9-4E4F-9D8F-7E2E9DBC44C1}" type="presParOf" srcId="{B05B47E5-11AB-4264-B25A-DFD6872AFFA1}" destId="{DB322521-4AFB-4F68-8D6E-444989832782}" srcOrd="1" destOrd="0" presId="urn:microsoft.com/office/officeart/2008/layout/LinedList"/>
    <dgm:cxn modelId="{32822FAE-661B-4796-8BE6-3E0DECDEA453}" type="presParOf" srcId="{DB322521-4AFB-4F68-8D6E-444989832782}" destId="{86E7BB7F-A504-4822-B40C-F5115A2F0FC9}" srcOrd="0" destOrd="0" presId="urn:microsoft.com/office/officeart/2008/layout/LinedList"/>
    <dgm:cxn modelId="{FBC2B988-8176-4923-AE54-F10E0C796934}" type="presParOf" srcId="{DB322521-4AFB-4F68-8D6E-444989832782}" destId="{5EE9807C-376B-4596-867C-40915FF5B689}" srcOrd="1" destOrd="0" presId="urn:microsoft.com/office/officeart/2008/layout/LinedList"/>
    <dgm:cxn modelId="{47CAFD69-2076-4BB9-95D0-C67F2473CE77}" type="presParOf" srcId="{B05B47E5-11AB-4264-B25A-DFD6872AFFA1}" destId="{0B41B6E9-71E9-4E6E-A8D6-A04BEC632677}" srcOrd="2" destOrd="0" presId="urn:microsoft.com/office/officeart/2008/layout/LinedList"/>
    <dgm:cxn modelId="{67EC88F5-4AE1-4EFE-8146-07A280C7B205}" type="presParOf" srcId="{B05B47E5-11AB-4264-B25A-DFD6872AFFA1}" destId="{46713E2C-4449-4DC6-8320-1FFE31C6046B}" srcOrd="3" destOrd="0" presId="urn:microsoft.com/office/officeart/2008/layout/LinedList"/>
    <dgm:cxn modelId="{83099CEA-1A33-4C96-887E-7FF30AEDA08A}" type="presParOf" srcId="{46713E2C-4449-4DC6-8320-1FFE31C6046B}" destId="{AE09D0AE-4210-4CB0-9CE4-4EF7AB1AD183}" srcOrd="0" destOrd="0" presId="urn:microsoft.com/office/officeart/2008/layout/LinedList"/>
    <dgm:cxn modelId="{E0ED3908-B0F3-4242-827A-5AD598461225}" type="presParOf" srcId="{46713E2C-4449-4DC6-8320-1FFE31C6046B}" destId="{560960E0-1C74-4AE9-9EE3-30E7E55A5B5D}" srcOrd="1" destOrd="0" presId="urn:microsoft.com/office/officeart/2008/layout/LinedList"/>
    <dgm:cxn modelId="{AB129B5F-916A-4108-9AA0-1EFB58D3AF58}" type="presParOf" srcId="{B05B47E5-11AB-4264-B25A-DFD6872AFFA1}" destId="{426ED36A-0DD1-4BF5-9483-DF2F18694703}" srcOrd="4" destOrd="0" presId="urn:microsoft.com/office/officeart/2008/layout/LinedList"/>
    <dgm:cxn modelId="{4D8C1D80-ACE2-4CC0-ABC6-E379806F4E11}" type="presParOf" srcId="{B05B47E5-11AB-4264-B25A-DFD6872AFFA1}" destId="{F5F62EE1-EB2C-421A-8C60-3E04A469401A}" srcOrd="5" destOrd="0" presId="urn:microsoft.com/office/officeart/2008/layout/LinedList"/>
    <dgm:cxn modelId="{55DBAEAD-B539-4141-A4D4-76443A4475A4}" type="presParOf" srcId="{F5F62EE1-EB2C-421A-8C60-3E04A469401A}" destId="{0C492A70-DB05-4FDA-81A0-981BE9B2B9F2}" srcOrd="0" destOrd="0" presId="urn:microsoft.com/office/officeart/2008/layout/LinedList"/>
    <dgm:cxn modelId="{389D2536-D3A8-4EAE-A506-E0137A3A72E4}" type="presParOf" srcId="{F5F62EE1-EB2C-421A-8C60-3E04A469401A}" destId="{A3BC9FFA-CD2C-4BA9-801A-78E2C97422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9ADBE7-7860-4C6E-B265-4AD51073F07C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06DFA69-5042-44DB-903C-EFD652237F1C}">
      <dgm:prSet/>
      <dgm:spPr/>
      <dgm:t>
        <a:bodyPr/>
        <a:lstStyle/>
        <a:p>
          <a:r>
            <a:rPr lang="en-US" b="1"/>
            <a:t>Relative</a:t>
          </a:r>
          <a:r>
            <a:rPr lang="en-US"/>
            <a:t>: varies across time and place</a:t>
          </a:r>
        </a:p>
      </dgm:t>
    </dgm:pt>
    <dgm:pt modelId="{72278FB0-FC38-48F9-993D-EFD508291B42}" type="parTrans" cxnId="{A48EA934-F390-4E00-A900-04D6BBAA5763}">
      <dgm:prSet/>
      <dgm:spPr/>
      <dgm:t>
        <a:bodyPr/>
        <a:lstStyle/>
        <a:p>
          <a:endParaRPr lang="en-US"/>
        </a:p>
      </dgm:t>
    </dgm:pt>
    <dgm:pt modelId="{F3392512-8BEB-4E66-82EA-749BF0CCAA78}" type="sibTrans" cxnId="{A48EA934-F390-4E00-A900-04D6BBAA5763}">
      <dgm:prSet/>
      <dgm:spPr/>
      <dgm:t>
        <a:bodyPr/>
        <a:lstStyle/>
        <a:p>
          <a:endParaRPr lang="en-US"/>
        </a:p>
      </dgm:t>
    </dgm:pt>
    <dgm:pt modelId="{2540AC69-E4E9-49E0-B54E-AF50598ED694}">
      <dgm:prSet/>
      <dgm:spPr/>
      <dgm:t>
        <a:bodyPr/>
        <a:lstStyle/>
        <a:p>
          <a:r>
            <a:rPr lang="en-US" b="1"/>
            <a:t>Contextual</a:t>
          </a:r>
          <a:r>
            <a:rPr lang="en-US"/>
            <a:t>: depends on specific physical or social situations</a:t>
          </a:r>
        </a:p>
      </dgm:t>
    </dgm:pt>
    <dgm:pt modelId="{538941BC-1F02-4F60-8905-EE90102C9BC6}" type="parTrans" cxnId="{FB29E214-6FEF-4ACA-9452-34E0A5DA82ED}">
      <dgm:prSet/>
      <dgm:spPr/>
      <dgm:t>
        <a:bodyPr/>
        <a:lstStyle/>
        <a:p>
          <a:endParaRPr lang="en-US"/>
        </a:p>
      </dgm:t>
    </dgm:pt>
    <dgm:pt modelId="{0C71E310-D8D0-4FAC-A4A4-48A8A0D89B0D}" type="sibTrans" cxnId="{FB29E214-6FEF-4ACA-9452-34E0A5DA82ED}">
      <dgm:prSet/>
      <dgm:spPr/>
      <dgm:t>
        <a:bodyPr/>
        <a:lstStyle/>
        <a:p>
          <a:endParaRPr lang="en-US"/>
        </a:p>
      </dgm:t>
    </dgm:pt>
    <dgm:pt modelId="{47FEEC7B-8CB7-435A-9C5C-FA6597AEAFA9}">
      <dgm:prSet/>
      <dgm:spPr/>
      <dgm:t>
        <a:bodyPr/>
        <a:lstStyle/>
        <a:p>
          <a:r>
            <a:rPr lang="en-US" b="1" dirty="0"/>
            <a:t>Contingent</a:t>
          </a:r>
          <a:r>
            <a:rPr lang="en-US" dirty="0"/>
            <a:t>: depends on factors outside of behavior, attitudes, or characteristics</a:t>
          </a:r>
        </a:p>
      </dgm:t>
    </dgm:pt>
    <dgm:pt modelId="{B8444AFC-C304-4F20-A2C6-C6CBD9D42EA4}" type="parTrans" cxnId="{BD70972B-2C46-477D-9F37-DF3183AEE77E}">
      <dgm:prSet/>
      <dgm:spPr/>
      <dgm:t>
        <a:bodyPr/>
        <a:lstStyle/>
        <a:p>
          <a:endParaRPr lang="en-US"/>
        </a:p>
      </dgm:t>
    </dgm:pt>
    <dgm:pt modelId="{B69664D0-B026-4DD3-A734-E0FDF70A5BC6}" type="sibTrans" cxnId="{BD70972B-2C46-477D-9F37-DF3183AEE77E}">
      <dgm:prSet/>
      <dgm:spPr/>
      <dgm:t>
        <a:bodyPr/>
        <a:lstStyle/>
        <a:p>
          <a:endParaRPr lang="en-US"/>
        </a:p>
      </dgm:t>
    </dgm:pt>
    <dgm:pt modelId="{3172E312-0BA7-45A5-971C-21FAC4188A6F}">
      <dgm:prSet/>
      <dgm:spPr/>
      <dgm:t>
        <a:bodyPr/>
        <a:lstStyle/>
        <a:p>
          <a:r>
            <a:rPr lang="en-US" b="1"/>
            <a:t>Probabilistic</a:t>
          </a:r>
          <a:r>
            <a:rPr lang="en-US"/>
            <a:t>: likely but not definitive</a:t>
          </a:r>
        </a:p>
      </dgm:t>
    </dgm:pt>
    <dgm:pt modelId="{D39C2421-4F9E-4E09-99F6-AC1B440FF4CC}" type="parTrans" cxnId="{ED875863-1BE9-4D8E-860A-37E01738EB8F}">
      <dgm:prSet/>
      <dgm:spPr/>
      <dgm:t>
        <a:bodyPr/>
        <a:lstStyle/>
        <a:p>
          <a:endParaRPr lang="en-US"/>
        </a:p>
      </dgm:t>
    </dgm:pt>
    <dgm:pt modelId="{9A93B3E3-640A-4D6E-84D6-4FD6CB79D5C3}" type="sibTrans" cxnId="{ED875863-1BE9-4D8E-860A-37E01738EB8F}">
      <dgm:prSet/>
      <dgm:spPr/>
      <dgm:t>
        <a:bodyPr/>
        <a:lstStyle/>
        <a:p>
          <a:endParaRPr lang="en-US"/>
        </a:p>
      </dgm:t>
    </dgm:pt>
    <dgm:pt modelId="{82E48B76-A2C3-417A-8364-20673FC95459}" type="pres">
      <dgm:prSet presAssocID="{519ADBE7-7860-4C6E-B265-4AD51073F07C}" presName="vert0" presStyleCnt="0">
        <dgm:presLayoutVars>
          <dgm:dir/>
          <dgm:animOne val="branch"/>
          <dgm:animLvl val="lvl"/>
        </dgm:presLayoutVars>
      </dgm:prSet>
      <dgm:spPr/>
    </dgm:pt>
    <dgm:pt modelId="{1ACC3AB4-9644-48DC-ADDC-385D5B4CA95B}" type="pres">
      <dgm:prSet presAssocID="{A06DFA69-5042-44DB-903C-EFD652237F1C}" presName="thickLine" presStyleLbl="alignNode1" presStyleIdx="0" presStyleCnt="4"/>
      <dgm:spPr/>
    </dgm:pt>
    <dgm:pt modelId="{5DF66E94-29AA-4839-AE91-6EE2D5415563}" type="pres">
      <dgm:prSet presAssocID="{A06DFA69-5042-44DB-903C-EFD652237F1C}" presName="horz1" presStyleCnt="0"/>
      <dgm:spPr/>
    </dgm:pt>
    <dgm:pt modelId="{40F01F16-13A4-4A3D-B1D2-7C42B11C28F4}" type="pres">
      <dgm:prSet presAssocID="{A06DFA69-5042-44DB-903C-EFD652237F1C}" presName="tx1" presStyleLbl="revTx" presStyleIdx="0" presStyleCnt="4"/>
      <dgm:spPr/>
    </dgm:pt>
    <dgm:pt modelId="{F592265D-3131-40AD-B635-2F90625A99AE}" type="pres">
      <dgm:prSet presAssocID="{A06DFA69-5042-44DB-903C-EFD652237F1C}" presName="vert1" presStyleCnt="0"/>
      <dgm:spPr/>
    </dgm:pt>
    <dgm:pt modelId="{62473D51-E6AA-4EB4-9E3D-2B3911003097}" type="pres">
      <dgm:prSet presAssocID="{2540AC69-E4E9-49E0-B54E-AF50598ED694}" presName="thickLine" presStyleLbl="alignNode1" presStyleIdx="1" presStyleCnt="4"/>
      <dgm:spPr/>
    </dgm:pt>
    <dgm:pt modelId="{D6118146-98D6-49F9-8C49-8AA4CF674256}" type="pres">
      <dgm:prSet presAssocID="{2540AC69-E4E9-49E0-B54E-AF50598ED694}" presName="horz1" presStyleCnt="0"/>
      <dgm:spPr/>
    </dgm:pt>
    <dgm:pt modelId="{1FBFDFFE-F541-4070-9CB6-653E7F250E12}" type="pres">
      <dgm:prSet presAssocID="{2540AC69-E4E9-49E0-B54E-AF50598ED694}" presName="tx1" presStyleLbl="revTx" presStyleIdx="1" presStyleCnt="4"/>
      <dgm:spPr/>
    </dgm:pt>
    <dgm:pt modelId="{3DDFF165-F6D9-4666-AF11-7E3EB4841549}" type="pres">
      <dgm:prSet presAssocID="{2540AC69-E4E9-49E0-B54E-AF50598ED694}" presName="vert1" presStyleCnt="0"/>
      <dgm:spPr/>
    </dgm:pt>
    <dgm:pt modelId="{BB63CD3D-85B0-4BFA-B0ED-E36F66196CBC}" type="pres">
      <dgm:prSet presAssocID="{47FEEC7B-8CB7-435A-9C5C-FA6597AEAFA9}" presName="thickLine" presStyleLbl="alignNode1" presStyleIdx="2" presStyleCnt="4"/>
      <dgm:spPr/>
    </dgm:pt>
    <dgm:pt modelId="{A46316E0-38CA-468D-9A1D-7C89290A06C3}" type="pres">
      <dgm:prSet presAssocID="{47FEEC7B-8CB7-435A-9C5C-FA6597AEAFA9}" presName="horz1" presStyleCnt="0"/>
      <dgm:spPr/>
    </dgm:pt>
    <dgm:pt modelId="{9F2AB6C3-6D22-40C3-AC14-6B25E3D9CA91}" type="pres">
      <dgm:prSet presAssocID="{47FEEC7B-8CB7-435A-9C5C-FA6597AEAFA9}" presName="tx1" presStyleLbl="revTx" presStyleIdx="2" presStyleCnt="4"/>
      <dgm:spPr/>
    </dgm:pt>
    <dgm:pt modelId="{A9E4F9E6-800D-46FD-85DE-9CC1F79B0581}" type="pres">
      <dgm:prSet presAssocID="{47FEEC7B-8CB7-435A-9C5C-FA6597AEAFA9}" presName="vert1" presStyleCnt="0"/>
      <dgm:spPr/>
    </dgm:pt>
    <dgm:pt modelId="{3B4D5E89-B167-474D-9191-CFC325346310}" type="pres">
      <dgm:prSet presAssocID="{3172E312-0BA7-45A5-971C-21FAC4188A6F}" presName="thickLine" presStyleLbl="alignNode1" presStyleIdx="3" presStyleCnt="4"/>
      <dgm:spPr/>
    </dgm:pt>
    <dgm:pt modelId="{E10A7189-F46E-41B7-A066-CD6478BC58E4}" type="pres">
      <dgm:prSet presAssocID="{3172E312-0BA7-45A5-971C-21FAC4188A6F}" presName="horz1" presStyleCnt="0"/>
      <dgm:spPr/>
    </dgm:pt>
    <dgm:pt modelId="{AC6506F1-0A68-4655-8BB2-0D4E7A83D98E}" type="pres">
      <dgm:prSet presAssocID="{3172E312-0BA7-45A5-971C-21FAC4188A6F}" presName="tx1" presStyleLbl="revTx" presStyleIdx="3" presStyleCnt="4"/>
      <dgm:spPr/>
    </dgm:pt>
    <dgm:pt modelId="{CB89A405-C9DB-42B7-9B17-46A65EE36DC8}" type="pres">
      <dgm:prSet presAssocID="{3172E312-0BA7-45A5-971C-21FAC4188A6F}" presName="vert1" presStyleCnt="0"/>
      <dgm:spPr/>
    </dgm:pt>
  </dgm:ptLst>
  <dgm:cxnLst>
    <dgm:cxn modelId="{FB29E214-6FEF-4ACA-9452-34E0A5DA82ED}" srcId="{519ADBE7-7860-4C6E-B265-4AD51073F07C}" destId="{2540AC69-E4E9-49E0-B54E-AF50598ED694}" srcOrd="1" destOrd="0" parTransId="{538941BC-1F02-4F60-8905-EE90102C9BC6}" sibTransId="{0C71E310-D8D0-4FAC-A4A4-48A8A0D89B0D}"/>
    <dgm:cxn modelId="{BD70972B-2C46-477D-9F37-DF3183AEE77E}" srcId="{519ADBE7-7860-4C6E-B265-4AD51073F07C}" destId="{47FEEC7B-8CB7-435A-9C5C-FA6597AEAFA9}" srcOrd="2" destOrd="0" parTransId="{B8444AFC-C304-4F20-A2C6-C6CBD9D42EA4}" sibTransId="{B69664D0-B026-4DD3-A734-E0FDF70A5BC6}"/>
    <dgm:cxn modelId="{A48EA934-F390-4E00-A900-04D6BBAA5763}" srcId="{519ADBE7-7860-4C6E-B265-4AD51073F07C}" destId="{A06DFA69-5042-44DB-903C-EFD652237F1C}" srcOrd="0" destOrd="0" parTransId="{72278FB0-FC38-48F9-993D-EFD508291B42}" sibTransId="{F3392512-8BEB-4E66-82EA-749BF0CCAA78}"/>
    <dgm:cxn modelId="{ED875863-1BE9-4D8E-860A-37E01738EB8F}" srcId="{519ADBE7-7860-4C6E-B265-4AD51073F07C}" destId="{3172E312-0BA7-45A5-971C-21FAC4188A6F}" srcOrd="3" destOrd="0" parTransId="{D39C2421-4F9E-4E09-99F6-AC1B440FF4CC}" sibTransId="{9A93B3E3-640A-4D6E-84D6-4FD6CB79D5C3}"/>
    <dgm:cxn modelId="{6159B6A1-0C53-4563-89F4-4564C82530AE}" type="presOf" srcId="{47FEEC7B-8CB7-435A-9C5C-FA6597AEAFA9}" destId="{9F2AB6C3-6D22-40C3-AC14-6B25E3D9CA91}" srcOrd="0" destOrd="0" presId="urn:microsoft.com/office/officeart/2008/layout/LinedList"/>
    <dgm:cxn modelId="{3E64E7A7-7174-4D5A-8283-B2F0F4F635C6}" type="presOf" srcId="{519ADBE7-7860-4C6E-B265-4AD51073F07C}" destId="{82E48B76-A2C3-417A-8364-20673FC95459}" srcOrd="0" destOrd="0" presId="urn:microsoft.com/office/officeart/2008/layout/LinedList"/>
    <dgm:cxn modelId="{545889C3-2B00-4BA8-AA90-39843FD08FA8}" type="presOf" srcId="{A06DFA69-5042-44DB-903C-EFD652237F1C}" destId="{40F01F16-13A4-4A3D-B1D2-7C42B11C28F4}" srcOrd="0" destOrd="0" presId="urn:microsoft.com/office/officeart/2008/layout/LinedList"/>
    <dgm:cxn modelId="{B241CAC3-C3B8-49BE-AD98-B970759A14AA}" type="presOf" srcId="{3172E312-0BA7-45A5-971C-21FAC4188A6F}" destId="{AC6506F1-0A68-4655-8BB2-0D4E7A83D98E}" srcOrd="0" destOrd="0" presId="urn:microsoft.com/office/officeart/2008/layout/LinedList"/>
    <dgm:cxn modelId="{F5479DD5-0B39-4A4F-9B19-A7DEDE0E173D}" type="presOf" srcId="{2540AC69-E4E9-49E0-B54E-AF50598ED694}" destId="{1FBFDFFE-F541-4070-9CB6-653E7F250E12}" srcOrd="0" destOrd="0" presId="urn:microsoft.com/office/officeart/2008/layout/LinedList"/>
    <dgm:cxn modelId="{69B80BEF-ED98-4758-8672-D088D152F7CF}" type="presParOf" srcId="{82E48B76-A2C3-417A-8364-20673FC95459}" destId="{1ACC3AB4-9644-48DC-ADDC-385D5B4CA95B}" srcOrd="0" destOrd="0" presId="urn:microsoft.com/office/officeart/2008/layout/LinedList"/>
    <dgm:cxn modelId="{11F3FAEF-1C8C-4446-BC66-0B368795388A}" type="presParOf" srcId="{82E48B76-A2C3-417A-8364-20673FC95459}" destId="{5DF66E94-29AA-4839-AE91-6EE2D5415563}" srcOrd="1" destOrd="0" presId="urn:microsoft.com/office/officeart/2008/layout/LinedList"/>
    <dgm:cxn modelId="{01A13CD3-A20A-4E14-A878-4698CF693274}" type="presParOf" srcId="{5DF66E94-29AA-4839-AE91-6EE2D5415563}" destId="{40F01F16-13A4-4A3D-B1D2-7C42B11C28F4}" srcOrd="0" destOrd="0" presId="urn:microsoft.com/office/officeart/2008/layout/LinedList"/>
    <dgm:cxn modelId="{3355C869-CDC0-46B9-8BF9-D1F07E0EFF90}" type="presParOf" srcId="{5DF66E94-29AA-4839-AE91-6EE2D5415563}" destId="{F592265D-3131-40AD-B635-2F90625A99AE}" srcOrd="1" destOrd="0" presId="urn:microsoft.com/office/officeart/2008/layout/LinedList"/>
    <dgm:cxn modelId="{21FF4271-8137-4053-97B3-6A70E7E3C16A}" type="presParOf" srcId="{82E48B76-A2C3-417A-8364-20673FC95459}" destId="{62473D51-E6AA-4EB4-9E3D-2B3911003097}" srcOrd="2" destOrd="0" presId="urn:microsoft.com/office/officeart/2008/layout/LinedList"/>
    <dgm:cxn modelId="{7DD34994-C355-4F0B-B6D5-32A5947AA001}" type="presParOf" srcId="{82E48B76-A2C3-417A-8364-20673FC95459}" destId="{D6118146-98D6-49F9-8C49-8AA4CF674256}" srcOrd="3" destOrd="0" presId="urn:microsoft.com/office/officeart/2008/layout/LinedList"/>
    <dgm:cxn modelId="{122780B2-CB7E-4B5C-B429-5FCC7F49AE9D}" type="presParOf" srcId="{D6118146-98D6-49F9-8C49-8AA4CF674256}" destId="{1FBFDFFE-F541-4070-9CB6-653E7F250E12}" srcOrd="0" destOrd="0" presId="urn:microsoft.com/office/officeart/2008/layout/LinedList"/>
    <dgm:cxn modelId="{84400B8C-57EE-4342-880F-320F187577B8}" type="presParOf" srcId="{D6118146-98D6-49F9-8C49-8AA4CF674256}" destId="{3DDFF165-F6D9-4666-AF11-7E3EB4841549}" srcOrd="1" destOrd="0" presId="urn:microsoft.com/office/officeart/2008/layout/LinedList"/>
    <dgm:cxn modelId="{CE6C240D-AB81-4458-B9C3-F75664962C97}" type="presParOf" srcId="{82E48B76-A2C3-417A-8364-20673FC95459}" destId="{BB63CD3D-85B0-4BFA-B0ED-E36F66196CBC}" srcOrd="4" destOrd="0" presId="urn:microsoft.com/office/officeart/2008/layout/LinedList"/>
    <dgm:cxn modelId="{B89A7351-3651-4E19-B701-56FFF7370619}" type="presParOf" srcId="{82E48B76-A2C3-417A-8364-20673FC95459}" destId="{A46316E0-38CA-468D-9A1D-7C89290A06C3}" srcOrd="5" destOrd="0" presId="urn:microsoft.com/office/officeart/2008/layout/LinedList"/>
    <dgm:cxn modelId="{9EEEE86B-906F-4809-A201-5D68B1949F36}" type="presParOf" srcId="{A46316E0-38CA-468D-9A1D-7C89290A06C3}" destId="{9F2AB6C3-6D22-40C3-AC14-6B25E3D9CA91}" srcOrd="0" destOrd="0" presId="urn:microsoft.com/office/officeart/2008/layout/LinedList"/>
    <dgm:cxn modelId="{BA2476C8-5A8B-46B1-8EE4-5059D17F22BB}" type="presParOf" srcId="{A46316E0-38CA-468D-9A1D-7C89290A06C3}" destId="{A9E4F9E6-800D-46FD-85DE-9CC1F79B0581}" srcOrd="1" destOrd="0" presId="urn:microsoft.com/office/officeart/2008/layout/LinedList"/>
    <dgm:cxn modelId="{E7AFF281-A077-404F-AF59-3AF9656AA864}" type="presParOf" srcId="{82E48B76-A2C3-417A-8364-20673FC95459}" destId="{3B4D5E89-B167-474D-9191-CFC325346310}" srcOrd="6" destOrd="0" presId="urn:microsoft.com/office/officeart/2008/layout/LinedList"/>
    <dgm:cxn modelId="{DE20F26B-A4FA-4E30-8E4A-34305243E805}" type="presParOf" srcId="{82E48B76-A2C3-417A-8364-20673FC95459}" destId="{E10A7189-F46E-41B7-A066-CD6478BC58E4}" srcOrd="7" destOrd="0" presId="urn:microsoft.com/office/officeart/2008/layout/LinedList"/>
    <dgm:cxn modelId="{4DF03311-4B51-4DC1-ABFB-89123B7DF0F0}" type="presParOf" srcId="{E10A7189-F46E-41B7-A066-CD6478BC58E4}" destId="{AC6506F1-0A68-4655-8BB2-0D4E7A83D98E}" srcOrd="0" destOrd="0" presId="urn:microsoft.com/office/officeart/2008/layout/LinedList"/>
    <dgm:cxn modelId="{3D8B8706-9323-407A-BDC3-97E01E9207C3}" type="presParOf" srcId="{E10A7189-F46E-41B7-A066-CD6478BC58E4}" destId="{CB89A405-C9DB-42B7-9B17-46A65EE36D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E3E52E-06D6-4DE0-B25A-F3ED4FD6B3A4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880B9B70-DA24-41C1-A8CD-B9DFB1528429}">
      <dgm:prSet/>
      <dgm:spPr/>
      <dgm:t>
        <a:bodyPr/>
        <a:lstStyle/>
        <a:p>
          <a:r>
            <a:rPr lang="en-US" i="1"/>
            <a:t>Deviance is the violation of widely held social norms</a:t>
          </a:r>
          <a:endParaRPr lang="en-US"/>
        </a:p>
      </dgm:t>
    </dgm:pt>
    <dgm:pt modelId="{5C657C2F-F476-49C7-AB5C-EAEAB983D8DC}" type="parTrans" cxnId="{403978F1-DDE2-45B2-8335-2948C345DA80}">
      <dgm:prSet/>
      <dgm:spPr/>
      <dgm:t>
        <a:bodyPr/>
        <a:lstStyle/>
        <a:p>
          <a:endParaRPr lang="en-US"/>
        </a:p>
      </dgm:t>
    </dgm:pt>
    <dgm:pt modelId="{6EDD52F6-C6A5-4BF4-8D8E-0452690F6F7B}" type="sibTrans" cxnId="{403978F1-DDE2-45B2-8335-2948C345DA80}">
      <dgm:prSet/>
      <dgm:spPr/>
      <dgm:t>
        <a:bodyPr/>
        <a:lstStyle/>
        <a:p>
          <a:endParaRPr lang="en-US"/>
        </a:p>
      </dgm:t>
    </dgm:pt>
    <dgm:pt modelId="{203F801A-25CD-4C06-8598-196080CCA5C9}">
      <dgm:prSet/>
      <dgm:spPr/>
      <dgm:t>
        <a:bodyPr/>
        <a:lstStyle/>
        <a:p>
          <a:r>
            <a:rPr lang="en-US"/>
            <a:t>Focus is on rule breakers</a:t>
          </a:r>
        </a:p>
      </dgm:t>
    </dgm:pt>
    <dgm:pt modelId="{60FF79FF-D6DC-4A86-A7A5-ADAF34F16166}" type="parTrans" cxnId="{B8D16BAC-702B-420F-9F4C-D8F35E5B8969}">
      <dgm:prSet/>
      <dgm:spPr/>
      <dgm:t>
        <a:bodyPr/>
        <a:lstStyle/>
        <a:p>
          <a:endParaRPr lang="en-US"/>
        </a:p>
      </dgm:t>
    </dgm:pt>
    <dgm:pt modelId="{E877702B-BEBF-468D-B061-B17E0F8F79D7}" type="sibTrans" cxnId="{B8D16BAC-702B-420F-9F4C-D8F35E5B8969}">
      <dgm:prSet/>
      <dgm:spPr/>
      <dgm:t>
        <a:bodyPr/>
        <a:lstStyle/>
        <a:p>
          <a:endParaRPr lang="en-US"/>
        </a:p>
      </dgm:t>
    </dgm:pt>
    <dgm:pt modelId="{6AF886AD-2B47-4F38-8BA2-E2B9879522BE}">
      <dgm:prSet/>
      <dgm:spPr/>
      <dgm:t>
        <a:bodyPr/>
        <a:lstStyle/>
        <a:p>
          <a:r>
            <a:rPr lang="en-US"/>
            <a:t>Norms have degrees of seriousness</a:t>
          </a:r>
        </a:p>
      </dgm:t>
    </dgm:pt>
    <dgm:pt modelId="{B101692D-6069-4441-BE1F-C22C093ED783}" type="parTrans" cxnId="{0ED54258-6464-40CE-93E4-8EA94C80FB2B}">
      <dgm:prSet/>
      <dgm:spPr/>
      <dgm:t>
        <a:bodyPr/>
        <a:lstStyle/>
        <a:p>
          <a:endParaRPr lang="en-US"/>
        </a:p>
      </dgm:t>
    </dgm:pt>
    <dgm:pt modelId="{C104AED2-2944-4954-B24C-5AEB39ECAEF6}" type="sibTrans" cxnId="{0ED54258-6464-40CE-93E4-8EA94C80FB2B}">
      <dgm:prSet/>
      <dgm:spPr/>
      <dgm:t>
        <a:bodyPr/>
        <a:lstStyle/>
        <a:p>
          <a:endParaRPr lang="en-US"/>
        </a:p>
      </dgm:t>
    </dgm:pt>
    <dgm:pt modelId="{1071310A-AC30-4001-860B-5A39CD071496}">
      <dgm:prSet/>
      <dgm:spPr/>
      <dgm:t>
        <a:bodyPr/>
        <a:lstStyle/>
        <a:p>
          <a:r>
            <a:rPr lang="en-US"/>
            <a:t>Deviance is a concern for social stability</a:t>
          </a:r>
        </a:p>
      </dgm:t>
    </dgm:pt>
    <dgm:pt modelId="{17DD09FF-DE50-42D7-9249-3616F267E5D8}" type="parTrans" cxnId="{02389B35-584E-48E2-AB71-E6DFEDC6C858}">
      <dgm:prSet/>
      <dgm:spPr/>
      <dgm:t>
        <a:bodyPr/>
        <a:lstStyle/>
        <a:p>
          <a:endParaRPr lang="en-US"/>
        </a:p>
      </dgm:t>
    </dgm:pt>
    <dgm:pt modelId="{C79D72D8-C33A-4C4C-9539-EF01B991392B}" type="sibTrans" cxnId="{02389B35-584E-48E2-AB71-E6DFEDC6C858}">
      <dgm:prSet/>
      <dgm:spPr/>
      <dgm:t>
        <a:bodyPr/>
        <a:lstStyle/>
        <a:p>
          <a:endParaRPr lang="en-US"/>
        </a:p>
      </dgm:t>
    </dgm:pt>
    <dgm:pt modelId="{3000DA5F-7751-4B3B-A849-7664FE704319}" type="pres">
      <dgm:prSet presAssocID="{2BE3E52E-06D6-4DE0-B25A-F3ED4FD6B3A4}" presName="vert0" presStyleCnt="0">
        <dgm:presLayoutVars>
          <dgm:dir/>
          <dgm:animOne val="branch"/>
          <dgm:animLvl val="lvl"/>
        </dgm:presLayoutVars>
      </dgm:prSet>
      <dgm:spPr/>
    </dgm:pt>
    <dgm:pt modelId="{66691996-D762-440B-9CF2-644C354CDBBE}" type="pres">
      <dgm:prSet presAssocID="{880B9B70-DA24-41C1-A8CD-B9DFB1528429}" presName="thickLine" presStyleLbl="alignNode1" presStyleIdx="0" presStyleCnt="4"/>
      <dgm:spPr/>
    </dgm:pt>
    <dgm:pt modelId="{3EA372FA-1606-491E-BCF9-5273BEC6242E}" type="pres">
      <dgm:prSet presAssocID="{880B9B70-DA24-41C1-A8CD-B9DFB1528429}" presName="horz1" presStyleCnt="0"/>
      <dgm:spPr/>
    </dgm:pt>
    <dgm:pt modelId="{742D7A42-9E6E-4BCC-BD8E-BFBF21848A02}" type="pres">
      <dgm:prSet presAssocID="{880B9B70-DA24-41C1-A8CD-B9DFB1528429}" presName="tx1" presStyleLbl="revTx" presStyleIdx="0" presStyleCnt="4"/>
      <dgm:spPr/>
    </dgm:pt>
    <dgm:pt modelId="{7AFEB602-3D77-4CA6-A291-F6B1E91BAAC9}" type="pres">
      <dgm:prSet presAssocID="{880B9B70-DA24-41C1-A8CD-B9DFB1528429}" presName="vert1" presStyleCnt="0"/>
      <dgm:spPr/>
    </dgm:pt>
    <dgm:pt modelId="{E6FA2A02-A8E4-49A2-A072-A5DA205FB355}" type="pres">
      <dgm:prSet presAssocID="{203F801A-25CD-4C06-8598-196080CCA5C9}" presName="thickLine" presStyleLbl="alignNode1" presStyleIdx="1" presStyleCnt="4"/>
      <dgm:spPr/>
    </dgm:pt>
    <dgm:pt modelId="{01D4329F-19D2-4DB5-BBF4-1BEBB48982E2}" type="pres">
      <dgm:prSet presAssocID="{203F801A-25CD-4C06-8598-196080CCA5C9}" presName="horz1" presStyleCnt="0"/>
      <dgm:spPr/>
    </dgm:pt>
    <dgm:pt modelId="{C7C1D821-7A5E-48DA-A8AA-C0C82835C430}" type="pres">
      <dgm:prSet presAssocID="{203F801A-25CD-4C06-8598-196080CCA5C9}" presName="tx1" presStyleLbl="revTx" presStyleIdx="1" presStyleCnt="4"/>
      <dgm:spPr/>
    </dgm:pt>
    <dgm:pt modelId="{3D0167E5-E004-411D-A669-5073B149629E}" type="pres">
      <dgm:prSet presAssocID="{203F801A-25CD-4C06-8598-196080CCA5C9}" presName="vert1" presStyleCnt="0"/>
      <dgm:spPr/>
    </dgm:pt>
    <dgm:pt modelId="{675B676B-28D4-494F-966D-08D42DC6AC6E}" type="pres">
      <dgm:prSet presAssocID="{6AF886AD-2B47-4F38-8BA2-E2B9879522BE}" presName="thickLine" presStyleLbl="alignNode1" presStyleIdx="2" presStyleCnt="4"/>
      <dgm:spPr/>
    </dgm:pt>
    <dgm:pt modelId="{0C235936-8678-4F35-9F39-2CA0A72C3BD9}" type="pres">
      <dgm:prSet presAssocID="{6AF886AD-2B47-4F38-8BA2-E2B9879522BE}" presName="horz1" presStyleCnt="0"/>
      <dgm:spPr/>
    </dgm:pt>
    <dgm:pt modelId="{15314414-2747-4BF7-9984-C456C0870727}" type="pres">
      <dgm:prSet presAssocID="{6AF886AD-2B47-4F38-8BA2-E2B9879522BE}" presName="tx1" presStyleLbl="revTx" presStyleIdx="2" presStyleCnt="4"/>
      <dgm:spPr/>
    </dgm:pt>
    <dgm:pt modelId="{95BA0BF4-8E3E-4B79-BDB8-1CABA6490A96}" type="pres">
      <dgm:prSet presAssocID="{6AF886AD-2B47-4F38-8BA2-E2B9879522BE}" presName="vert1" presStyleCnt="0"/>
      <dgm:spPr/>
    </dgm:pt>
    <dgm:pt modelId="{2C9402D8-95D7-4D91-A1A7-BA4BDF947840}" type="pres">
      <dgm:prSet presAssocID="{1071310A-AC30-4001-860B-5A39CD071496}" presName="thickLine" presStyleLbl="alignNode1" presStyleIdx="3" presStyleCnt="4"/>
      <dgm:spPr/>
    </dgm:pt>
    <dgm:pt modelId="{A4216956-8A63-4D64-9DDD-EC35CCEB347A}" type="pres">
      <dgm:prSet presAssocID="{1071310A-AC30-4001-860B-5A39CD071496}" presName="horz1" presStyleCnt="0"/>
      <dgm:spPr/>
    </dgm:pt>
    <dgm:pt modelId="{12D3B7F1-372D-4C1E-8239-D80E639253B5}" type="pres">
      <dgm:prSet presAssocID="{1071310A-AC30-4001-860B-5A39CD071496}" presName="tx1" presStyleLbl="revTx" presStyleIdx="3" presStyleCnt="4"/>
      <dgm:spPr/>
    </dgm:pt>
    <dgm:pt modelId="{B1B31652-6436-403F-9930-080A035656DE}" type="pres">
      <dgm:prSet presAssocID="{1071310A-AC30-4001-860B-5A39CD071496}" presName="vert1" presStyleCnt="0"/>
      <dgm:spPr/>
    </dgm:pt>
  </dgm:ptLst>
  <dgm:cxnLst>
    <dgm:cxn modelId="{02389B35-584E-48E2-AB71-E6DFEDC6C858}" srcId="{2BE3E52E-06D6-4DE0-B25A-F3ED4FD6B3A4}" destId="{1071310A-AC30-4001-860B-5A39CD071496}" srcOrd="3" destOrd="0" parTransId="{17DD09FF-DE50-42D7-9249-3616F267E5D8}" sibTransId="{C79D72D8-C33A-4C4C-9539-EF01B991392B}"/>
    <dgm:cxn modelId="{01B9BE62-A791-42E8-9231-9D7316E3FDC7}" type="presOf" srcId="{1071310A-AC30-4001-860B-5A39CD071496}" destId="{12D3B7F1-372D-4C1E-8239-D80E639253B5}" srcOrd="0" destOrd="0" presId="urn:microsoft.com/office/officeart/2008/layout/LinedList"/>
    <dgm:cxn modelId="{C4271D68-07C9-4B9E-9A5F-3D0BBF87FC5F}" type="presOf" srcId="{203F801A-25CD-4C06-8598-196080CCA5C9}" destId="{C7C1D821-7A5E-48DA-A8AA-C0C82835C430}" srcOrd="0" destOrd="0" presId="urn:microsoft.com/office/officeart/2008/layout/LinedList"/>
    <dgm:cxn modelId="{0ED54258-6464-40CE-93E4-8EA94C80FB2B}" srcId="{2BE3E52E-06D6-4DE0-B25A-F3ED4FD6B3A4}" destId="{6AF886AD-2B47-4F38-8BA2-E2B9879522BE}" srcOrd="2" destOrd="0" parTransId="{B101692D-6069-4441-BE1F-C22C093ED783}" sibTransId="{C104AED2-2944-4954-B24C-5AEB39ECAEF6}"/>
    <dgm:cxn modelId="{26CD8D90-A457-4A60-98AB-5FBB700E9E6B}" type="presOf" srcId="{880B9B70-DA24-41C1-A8CD-B9DFB1528429}" destId="{742D7A42-9E6E-4BCC-BD8E-BFBF21848A02}" srcOrd="0" destOrd="0" presId="urn:microsoft.com/office/officeart/2008/layout/LinedList"/>
    <dgm:cxn modelId="{B8D16BAC-702B-420F-9F4C-D8F35E5B8969}" srcId="{2BE3E52E-06D6-4DE0-B25A-F3ED4FD6B3A4}" destId="{203F801A-25CD-4C06-8598-196080CCA5C9}" srcOrd="1" destOrd="0" parTransId="{60FF79FF-D6DC-4A86-A7A5-ADAF34F16166}" sibTransId="{E877702B-BEBF-468D-B061-B17E0F8F79D7}"/>
    <dgm:cxn modelId="{591E83D2-1F39-48BE-B4C7-1154865BEE01}" type="presOf" srcId="{2BE3E52E-06D6-4DE0-B25A-F3ED4FD6B3A4}" destId="{3000DA5F-7751-4B3B-A849-7664FE704319}" srcOrd="0" destOrd="0" presId="urn:microsoft.com/office/officeart/2008/layout/LinedList"/>
    <dgm:cxn modelId="{187056E4-7EA5-46AA-8248-1897F6133451}" type="presOf" srcId="{6AF886AD-2B47-4F38-8BA2-E2B9879522BE}" destId="{15314414-2747-4BF7-9984-C456C0870727}" srcOrd="0" destOrd="0" presId="urn:microsoft.com/office/officeart/2008/layout/LinedList"/>
    <dgm:cxn modelId="{403978F1-DDE2-45B2-8335-2948C345DA80}" srcId="{2BE3E52E-06D6-4DE0-B25A-F3ED4FD6B3A4}" destId="{880B9B70-DA24-41C1-A8CD-B9DFB1528429}" srcOrd="0" destOrd="0" parTransId="{5C657C2F-F476-49C7-AB5C-EAEAB983D8DC}" sibTransId="{6EDD52F6-C6A5-4BF4-8D8E-0452690F6F7B}"/>
    <dgm:cxn modelId="{CF19D23A-985B-49BE-9B68-4C5D35E8A4C7}" type="presParOf" srcId="{3000DA5F-7751-4B3B-A849-7664FE704319}" destId="{66691996-D762-440B-9CF2-644C354CDBBE}" srcOrd="0" destOrd="0" presId="urn:microsoft.com/office/officeart/2008/layout/LinedList"/>
    <dgm:cxn modelId="{1016BC7E-278F-4C80-91AF-5D43F347FCD8}" type="presParOf" srcId="{3000DA5F-7751-4B3B-A849-7664FE704319}" destId="{3EA372FA-1606-491E-BCF9-5273BEC6242E}" srcOrd="1" destOrd="0" presId="urn:microsoft.com/office/officeart/2008/layout/LinedList"/>
    <dgm:cxn modelId="{BF35A392-CC98-4DA1-A46D-13504D0B7CCB}" type="presParOf" srcId="{3EA372FA-1606-491E-BCF9-5273BEC6242E}" destId="{742D7A42-9E6E-4BCC-BD8E-BFBF21848A02}" srcOrd="0" destOrd="0" presId="urn:microsoft.com/office/officeart/2008/layout/LinedList"/>
    <dgm:cxn modelId="{E2399ACC-000D-4C71-8A9E-42BBE389DE7B}" type="presParOf" srcId="{3EA372FA-1606-491E-BCF9-5273BEC6242E}" destId="{7AFEB602-3D77-4CA6-A291-F6B1E91BAAC9}" srcOrd="1" destOrd="0" presId="urn:microsoft.com/office/officeart/2008/layout/LinedList"/>
    <dgm:cxn modelId="{CFF7CBFB-1C2E-43A4-99C9-D76658D1A5C9}" type="presParOf" srcId="{3000DA5F-7751-4B3B-A849-7664FE704319}" destId="{E6FA2A02-A8E4-49A2-A072-A5DA205FB355}" srcOrd="2" destOrd="0" presId="urn:microsoft.com/office/officeart/2008/layout/LinedList"/>
    <dgm:cxn modelId="{9AF6E7AE-10BB-4911-AB09-4199105011DE}" type="presParOf" srcId="{3000DA5F-7751-4B3B-A849-7664FE704319}" destId="{01D4329F-19D2-4DB5-BBF4-1BEBB48982E2}" srcOrd="3" destOrd="0" presId="urn:microsoft.com/office/officeart/2008/layout/LinedList"/>
    <dgm:cxn modelId="{1222080B-9078-4C46-B2A8-A037DD9A4229}" type="presParOf" srcId="{01D4329F-19D2-4DB5-BBF4-1BEBB48982E2}" destId="{C7C1D821-7A5E-48DA-A8AA-C0C82835C430}" srcOrd="0" destOrd="0" presId="urn:microsoft.com/office/officeart/2008/layout/LinedList"/>
    <dgm:cxn modelId="{B018805B-F1F0-4625-B70E-24C6FFC39D9F}" type="presParOf" srcId="{01D4329F-19D2-4DB5-BBF4-1BEBB48982E2}" destId="{3D0167E5-E004-411D-A669-5073B149629E}" srcOrd="1" destOrd="0" presId="urn:microsoft.com/office/officeart/2008/layout/LinedList"/>
    <dgm:cxn modelId="{B2AD89DD-7229-4AFC-BCEB-3D23543D16CB}" type="presParOf" srcId="{3000DA5F-7751-4B3B-A849-7664FE704319}" destId="{675B676B-28D4-494F-966D-08D42DC6AC6E}" srcOrd="4" destOrd="0" presId="urn:microsoft.com/office/officeart/2008/layout/LinedList"/>
    <dgm:cxn modelId="{57E64FCD-4925-4F7C-AEF4-33849B6FFC8F}" type="presParOf" srcId="{3000DA5F-7751-4B3B-A849-7664FE704319}" destId="{0C235936-8678-4F35-9F39-2CA0A72C3BD9}" srcOrd="5" destOrd="0" presId="urn:microsoft.com/office/officeart/2008/layout/LinedList"/>
    <dgm:cxn modelId="{75F1B378-64CB-44A5-8E58-1A07A7D31F58}" type="presParOf" srcId="{0C235936-8678-4F35-9F39-2CA0A72C3BD9}" destId="{15314414-2747-4BF7-9984-C456C0870727}" srcOrd="0" destOrd="0" presId="urn:microsoft.com/office/officeart/2008/layout/LinedList"/>
    <dgm:cxn modelId="{28108922-5ED9-47DF-B807-F2CC6554CE15}" type="presParOf" srcId="{0C235936-8678-4F35-9F39-2CA0A72C3BD9}" destId="{95BA0BF4-8E3E-4B79-BDB8-1CABA6490A96}" srcOrd="1" destOrd="0" presId="urn:microsoft.com/office/officeart/2008/layout/LinedList"/>
    <dgm:cxn modelId="{E5774AB7-7191-4E50-BAD1-50549A471BE1}" type="presParOf" srcId="{3000DA5F-7751-4B3B-A849-7664FE704319}" destId="{2C9402D8-95D7-4D91-A1A7-BA4BDF947840}" srcOrd="6" destOrd="0" presId="urn:microsoft.com/office/officeart/2008/layout/LinedList"/>
    <dgm:cxn modelId="{901DFC82-31DE-4C87-BC71-320830448B2B}" type="presParOf" srcId="{3000DA5F-7751-4B3B-A849-7664FE704319}" destId="{A4216956-8A63-4D64-9DDD-EC35CCEB347A}" srcOrd="7" destOrd="0" presId="urn:microsoft.com/office/officeart/2008/layout/LinedList"/>
    <dgm:cxn modelId="{FEBE6795-E363-4F68-BD49-DA2BE797E980}" type="presParOf" srcId="{A4216956-8A63-4D64-9DDD-EC35CCEB347A}" destId="{12D3B7F1-372D-4C1E-8239-D80E639253B5}" srcOrd="0" destOrd="0" presId="urn:microsoft.com/office/officeart/2008/layout/LinedList"/>
    <dgm:cxn modelId="{7AF70038-A8BC-4FF2-83C3-864856CE9767}" type="presParOf" srcId="{A4216956-8A63-4D64-9DDD-EC35CCEB347A}" destId="{B1B31652-6436-403F-9930-080A035656D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FC11AA-D741-4875-840C-043306C2527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5BFC98F-5693-4D51-AE51-C38CCC6F26D8}">
      <dgm:prSet/>
      <dgm:spPr/>
      <dgm:t>
        <a:bodyPr/>
        <a:lstStyle/>
        <a:p>
          <a:r>
            <a:rPr lang="en-US" i="1"/>
            <a:t>Deviance is a condition or action that receives condemnation or punishment.</a:t>
          </a:r>
          <a:endParaRPr lang="en-US"/>
        </a:p>
      </dgm:t>
    </dgm:pt>
    <dgm:pt modelId="{771952F6-4E98-4E05-A3FC-E0B455847DDB}" type="parTrans" cxnId="{5AE9EBA4-B710-47C0-9674-279936C5F2D4}">
      <dgm:prSet/>
      <dgm:spPr/>
      <dgm:t>
        <a:bodyPr/>
        <a:lstStyle/>
        <a:p>
          <a:endParaRPr lang="en-US"/>
        </a:p>
      </dgm:t>
    </dgm:pt>
    <dgm:pt modelId="{A286F56C-4436-44C7-B95E-F1358043CDC2}" type="sibTrans" cxnId="{5AE9EBA4-B710-47C0-9674-279936C5F2D4}">
      <dgm:prSet/>
      <dgm:spPr/>
      <dgm:t>
        <a:bodyPr/>
        <a:lstStyle/>
        <a:p>
          <a:endParaRPr lang="en-US"/>
        </a:p>
      </dgm:t>
    </dgm:pt>
    <dgm:pt modelId="{5F6C37B4-1440-4BB6-A4D7-B5964DFB5738}">
      <dgm:prSet/>
      <dgm:spPr/>
      <dgm:t>
        <a:bodyPr/>
        <a:lstStyle/>
        <a:p>
          <a:r>
            <a:rPr lang="en-US"/>
            <a:t>Focus is on rule makers</a:t>
          </a:r>
        </a:p>
      </dgm:t>
    </dgm:pt>
    <dgm:pt modelId="{17CFFFB5-92D7-4C5B-B2D9-60AB6EFD082C}" type="parTrans" cxnId="{31A1D18A-DECB-4461-9AD6-E6EFB904EE8B}">
      <dgm:prSet/>
      <dgm:spPr/>
      <dgm:t>
        <a:bodyPr/>
        <a:lstStyle/>
        <a:p>
          <a:endParaRPr lang="en-US"/>
        </a:p>
      </dgm:t>
    </dgm:pt>
    <dgm:pt modelId="{1223AE88-2C21-41D4-B0E5-96A479EAA343}" type="sibTrans" cxnId="{31A1D18A-DECB-4461-9AD6-E6EFB904EE8B}">
      <dgm:prSet/>
      <dgm:spPr/>
      <dgm:t>
        <a:bodyPr/>
        <a:lstStyle/>
        <a:p>
          <a:endParaRPr lang="en-US"/>
        </a:p>
      </dgm:t>
    </dgm:pt>
    <dgm:pt modelId="{B9A8B96F-C87E-480D-9D85-7E0C30EA17BE}">
      <dgm:prSet/>
      <dgm:spPr/>
      <dgm:t>
        <a:bodyPr/>
        <a:lstStyle/>
        <a:p>
          <a:r>
            <a:rPr lang="en-US"/>
            <a:t>Focus on “deviant” as an identity status</a:t>
          </a:r>
        </a:p>
      </dgm:t>
    </dgm:pt>
    <dgm:pt modelId="{FFAE295A-ABB2-446C-BD4D-8BC63F21C1E8}" type="parTrans" cxnId="{7B791011-7C8D-496D-A4C6-D28F640C10BA}">
      <dgm:prSet/>
      <dgm:spPr/>
      <dgm:t>
        <a:bodyPr/>
        <a:lstStyle/>
        <a:p>
          <a:endParaRPr lang="en-US"/>
        </a:p>
      </dgm:t>
    </dgm:pt>
    <dgm:pt modelId="{43D6A949-88AF-414A-B6A1-69AA5E0E3F93}" type="sibTrans" cxnId="{7B791011-7C8D-496D-A4C6-D28F640C10BA}">
      <dgm:prSet/>
      <dgm:spPr/>
      <dgm:t>
        <a:bodyPr/>
        <a:lstStyle/>
        <a:p>
          <a:endParaRPr lang="en-US"/>
        </a:p>
      </dgm:t>
    </dgm:pt>
    <dgm:pt modelId="{274F13E5-9DF3-4A2A-96A1-B86CD6AEAFDF}">
      <dgm:prSet/>
      <dgm:spPr/>
      <dgm:t>
        <a:bodyPr/>
        <a:lstStyle/>
        <a:p>
          <a:r>
            <a:rPr lang="en-US"/>
            <a:t>Connects deviance to social stratification</a:t>
          </a:r>
        </a:p>
      </dgm:t>
    </dgm:pt>
    <dgm:pt modelId="{A9321D98-1EDF-430F-BEC9-0DC0DE0565C6}" type="parTrans" cxnId="{1BA24B7F-635B-4E9B-8A2B-348AFF9309E2}">
      <dgm:prSet/>
      <dgm:spPr/>
      <dgm:t>
        <a:bodyPr/>
        <a:lstStyle/>
        <a:p>
          <a:endParaRPr lang="en-US"/>
        </a:p>
      </dgm:t>
    </dgm:pt>
    <dgm:pt modelId="{4D113A31-3BE8-49D2-9DF9-E0A8D8E3D15A}" type="sibTrans" cxnId="{1BA24B7F-635B-4E9B-8A2B-348AFF9309E2}">
      <dgm:prSet/>
      <dgm:spPr/>
      <dgm:t>
        <a:bodyPr/>
        <a:lstStyle/>
        <a:p>
          <a:endParaRPr lang="en-US"/>
        </a:p>
      </dgm:t>
    </dgm:pt>
    <dgm:pt modelId="{32EDE6E4-AA8C-448E-B9A4-01FAB7D39161}">
      <dgm:prSet/>
      <dgm:spPr/>
      <dgm:t>
        <a:bodyPr/>
        <a:lstStyle/>
        <a:p>
          <a:r>
            <a:rPr lang="en-US"/>
            <a:t>Deviance identification as a process of social control</a:t>
          </a:r>
        </a:p>
      </dgm:t>
    </dgm:pt>
    <dgm:pt modelId="{EC0A9BC7-B1ED-44A2-A732-434C18612E85}" type="parTrans" cxnId="{CCEC6724-7E1A-493B-B935-C449694D2B1F}">
      <dgm:prSet/>
      <dgm:spPr/>
      <dgm:t>
        <a:bodyPr/>
        <a:lstStyle/>
        <a:p>
          <a:endParaRPr lang="en-US"/>
        </a:p>
      </dgm:t>
    </dgm:pt>
    <dgm:pt modelId="{B253FBA2-2CB2-40AD-AD6E-955C33549DF8}" type="sibTrans" cxnId="{CCEC6724-7E1A-493B-B935-C449694D2B1F}">
      <dgm:prSet/>
      <dgm:spPr/>
      <dgm:t>
        <a:bodyPr/>
        <a:lstStyle/>
        <a:p>
          <a:endParaRPr lang="en-US"/>
        </a:p>
      </dgm:t>
    </dgm:pt>
    <dgm:pt modelId="{8E7CD367-4624-42D0-9788-7059E8E7AC82}" type="pres">
      <dgm:prSet presAssocID="{03FC11AA-D741-4875-840C-043306C25272}" presName="vert0" presStyleCnt="0">
        <dgm:presLayoutVars>
          <dgm:dir/>
          <dgm:animOne val="branch"/>
          <dgm:animLvl val="lvl"/>
        </dgm:presLayoutVars>
      </dgm:prSet>
      <dgm:spPr/>
    </dgm:pt>
    <dgm:pt modelId="{0D071603-609F-4068-8CB2-EA87DBAECCED}" type="pres">
      <dgm:prSet presAssocID="{05BFC98F-5693-4D51-AE51-C38CCC6F26D8}" presName="thickLine" presStyleLbl="alignNode1" presStyleIdx="0" presStyleCnt="5"/>
      <dgm:spPr/>
    </dgm:pt>
    <dgm:pt modelId="{C1F7BD34-35E0-41D0-A48A-70EF0F53CC64}" type="pres">
      <dgm:prSet presAssocID="{05BFC98F-5693-4D51-AE51-C38CCC6F26D8}" presName="horz1" presStyleCnt="0"/>
      <dgm:spPr/>
    </dgm:pt>
    <dgm:pt modelId="{052AACE5-998A-4BC3-BF0F-378631312215}" type="pres">
      <dgm:prSet presAssocID="{05BFC98F-5693-4D51-AE51-C38CCC6F26D8}" presName="tx1" presStyleLbl="revTx" presStyleIdx="0" presStyleCnt="5"/>
      <dgm:spPr/>
    </dgm:pt>
    <dgm:pt modelId="{1950090E-BDCE-4FEA-89FB-E146275F135F}" type="pres">
      <dgm:prSet presAssocID="{05BFC98F-5693-4D51-AE51-C38CCC6F26D8}" presName="vert1" presStyleCnt="0"/>
      <dgm:spPr/>
    </dgm:pt>
    <dgm:pt modelId="{B3C05589-7613-432D-837B-4CF1C223D00B}" type="pres">
      <dgm:prSet presAssocID="{5F6C37B4-1440-4BB6-A4D7-B5964DFB5738}" presName="thickLine" presStyleLbl="alignNode1" presStyleIdx="1" presStyleCnt="5"/>
      <dgm:spPr/>
    </dgm:pt>
    <dgm:pt modelId="{0FCA1C99-6240-44F4-8676-7D38A6B0FC5B}" type="pres">
      <dgm:prSet presAssocID="{5F6C37B4-1440-4BB6-A4D7-B5964DFB5738}" presName="horz1" presStyleCnt="0"/>
      <dgm:spPr/>
    </dgm:pt>
    <dgm:pt modelId="{8D3F17F7-2D4C-4B00-A200-6B10A2F9D4E2}" type="pres">
      <dgm:prSet presAssocID="{5F6C37B4-1440-4BB6-A4D7-B5964DFB5738}" presName="tx1" presStyleLbl="revTx" presStyleIdx="1" presStyleCnt="5"/>
      <dgm:spPr/>
    </dgm:pt>
    <dgm:pt modelId="{EA75FC3C-710F-4291-899E-46307C0F9CD6}" type="pres">
      <dgm:prSet presAssocID="{5F6C37B4-1440-4BB6-A4D7-B5964DFB5738}" presName="vert1" presStyleCnt="0"/>
      <dgm:spPr/>
    </dgm:pt>
    <dgm:pt modelId="{DD273E84-20FD-4294-9288-AF959C6845A2}" type="pres">
      <dgm:prSet presAssocID="{B9A8B96F-C87E-480D-9D85-7E0C30EA17BE}" presName="thickLine" presStyleLbl="alignNode1" presStyleIdx="2" presStyleCnt="5"/>
      <dgm:spPr/>
    </dgm:pt>
    <dgm:pt modelId="{4137494F-2F8D-4205-AA7B-4EE29AE96E12}" type="pres">
      <dgm:prSet presAssocID="{B9A8B96F-C87E-480D-9D85-7E0C30EA17BE}" presName="horz1" presStyleCnt="0"/>
      <dgm:spPr/>
    </dgm:pt>
    <dgm:pt modelId="{1538F01F-0445-45AB-BAD2-943A2A5DFCC5}" type="pres">
      <dgm:prSet presAssocID="{B9A8B96F-C87E-480D-9D85-7E0C30EA17BE}" presName="tx1" presStyleLbl="revTx" presStyleIdx="2" presStyleCnt="5"/>
      <dgm:spPr/>
    </dgm:pt>
    <dgm:pt modelId="{E11FC8DB-189E-4486-AAA0-066AF5BBB778}" type="pres">
      <dgm:prSet presAssocID="{B9A8B96F-C87E-480D-9D85-7E0C30EA17BE}" presName="vert1" presStyleCnt="0"/>
      <dgm:spPr/>
    </dgm:pt>
    <dgm:pt modelId="{FB068F9D-D3A0-4623-96B2-E5B80C3A87B7}" type="pres">
      <dgm:prSet presAssocID="{274F13E5-9DF3-4A2A-96A1-B86CD6AEAFDF}" presName="thickLine" presStyleLbl="alignNode1" presStyleIdx="3" presStyleCnt="5"/>
      <dgm:spPr/>
    </dgm:pt>
    <dgm:pt modelId="{88E4B99A-582E-4ED1-8CCF-66CAB1E81508}" type="pres">
      <dgm:prSet presAssocID="{274F13E5-9DF3-4A2A-96A1-B86CD6AEAFDF}" presName="horz1" presStyleCnt="0"/>
      <dgm:spPr/>
    </dgm:pt>
    <dgm:pt modelId="{C3C5129C-D100-4F7A-83E7-8BA97F4B63FE}" type="pres">
      <dgm:prSet presAssocID="{274F13E5-9DF3-4A2A-96A1-B86CD6AEAFDF}" presName="tx1" presStyleLbl="revTx" presStyleIdx="3" presStyleCnt="5"/>
      <dgm:spPr/>
    </dgm:pt>
    <dgm:pt modelId="{A3AC6A9C-9C31-44AE-BF91-80A9D91BE892}" type="pres">
      <dgm:prSet presAssocID="{274F13E5-9DF3-4A2A-96A1-B86CD6AEAFDF}" presName="vert1" presStyleCnt="0"/>
      <dgm:spPr/>
    </dgm:pt>
    <dgm:pt modelId="{10864022-99EB-432B-9F41-85E3AF758ECC}" type="pres">
      <dgm:prSet presAssocID="{32EDE6E4-AA8C-448E-B9A4-01FAB7D39161}" presName="thickLine" presStyleLbl="alignNode1" presStyleIdx="4" presStyleCnt="5"/>
      <dgm:spPr/>
    </dgm:pt>
    <dgm:pt modelId="{84797684-2C36-4382-804F-0EB5BCD6FC9D}" type="pres">
      <dgm:prSet presAssocID="{32EDE6E4-AA8C-448E-B9A4-01FAB7D39161}" presName="horz1" presStyleCnt="0"/>
      <dgm:spPr/>
    </dgm:pt>
    <dgm:pt modelId="{BD25B7C4-130E-4151-80B9-16B850DC4FFF}" type="pres">
      <dgm:prSet presAssocID="{32EDE6E4-AA8C-448E-B9A4-01FAB7D39161}" presName="tx1" presStyleLbl="revTx" presStyleIdx="4" presStyleCnt="5"/>
      <dgm:spPr/>
    </dgm:pt>
    <dgm:pt modelId="{0C5AEE2F-7888-4D62-A978-031160DC5B14}" type="pres">
      <dgm:prSet presAssocID="{32EDE6E4-AA8C-448E-B9A4-01FAB7D39161}" presName="vert1" presStyleCnt="0"/>
      <dgm:spPr/>
    </dgm:pt>
  </dgm:ptLst>
  <dgm:cxnLst>
    <dgm:cxn modelId="{7B791011-7C8D-496D-A4C6-D28F640C10BA}" srcId="{03FC11AA-D741-4875-840C-043306C25272}" destId="{B9A8B96F-C87E-480D-9D85-7E0C30EA17BE}" srcOrd="2" destOrd="0" parTransId="{FFAE295A-ABB2-446C-BD4D-8BC63F21C1E8}" sibTransId="{43D6A949-88AF-414A-B6A1-69AA5E0E3F93}"/>
    <dgm:cxn modelId="{CCEC6724-7E1A-493B-B935-C449694D2B1F}" srcId="{03FC11AA-D741-4875-840C-043306C25272}" destId="{32EDE6E4-AA8C-448E-B9A4-01FAB7D39161}" srcOrd="4" destOrd="0" parTransId="{EC0A9BC7-B1ED-44A2-A732-434C18612E85}" sibTransId="{B253FBA2-2CB2-40AD-AD6E-955C33549DF8}"/>
    <dgm:cxn modelId="{62C9A93C-8987-4239-A8EE-321024D7D377}" type="presOf" srcId="{274F13E5-9DF3-4A2A-96A1-B86CD6AEAFDF}" destId="{C3C5129C-D100-4F7A-83E7-8BA97F4B63FE}" srcOrd="0" destOrd="0" presId="urn:microsoft.com/office/officeart/2008/layout/LinedList"/>
    <dgm:cxn modelId="{9B0E535B-3D2E-48E7-8646-2569CD76E94D}" type="presOf" srcId="{32EDE6E4-AA8C-448E-B9A4-01FAB7D39161}" destId="{BD25B7C4-130E-4151-80B9-16B850DC4FFF}" srcOrd="0" destOrd="0" presId="urn:microsoft.com/office/officeart/2008/layout/LinedList"/>
    <dgm:cxn modelId="{1BA24B7F-635B-4E9B-8A2B-348AFF9309E2}" srcId="{03FC11AA-D741-4875-840C-043306C25272}" destId="{274F13E5-9DF3-4A2A-96A1-B86CD6AEAFDF}" srcOrd="3" destOrd="0" parTransId="{A9321D98-1EDF-430F-BEC9-0DC0DE0565C6}" sibTransId="{4D113A31-3BE8-49D2-9DF9-E0A8D8E3D15A}"/>
    <dgm:cxn modelId="{31A1D18A-DECB-4461-9AD6-E6EFB904EE8B}" srcId="{03FC11AA-D741-4875-840C-043306C25272}" destId="{5F6C37B4-1440-4BB6-A4D7-B5964DFB5738}" srcOrd="1" destOrd="0" parTransId="{17CFFFB5-92D7-4C5B-B2D9-60AB6EFD082C}" sibTransId="{1223AE88-2C21-41D4-B0E5-96A479EAA343}"/>
    <dgm:cxn modelId="{5AE9EBA4-B710-47C0-9674-279936C5F2D4}" srcId="{03FC11AA-D741-4875-840C-043306C25272}" destId="{05BFC98F-5693-4D51-AE51-C38CCC6F26D8}" srcOrd="0" destOrd="0" parTransId="{771952F6-4E98-4E05-A3FC-E0B455847DDB}" sibTransId="{A286F56C-4436-44C7-B95E-F1358043CDC2}"/>
    <dgm:cxn modelId="{E148ABAD-1427-4CF7-887C-307723243082}" type="presOf" srcId="{05BFC98F-5693-4D51-AE51-C38CCC6F26D8}" destId="{052AACE5-998A-4BC3-BF0F-378631312215}" srcOrd="0" destOrd="0" presId="urn:microsoft.com/office/officeart/2008/layout/LinedList"/>
    <dgm:cxn modelId="{D67862BD-BDBE-4519-803F-0D4BEB2698E9}" type="presOf" srcId="{03FC11AA-D741-4875-840C-043306C25272}" destId="{8E7CD367-4624-42D0-9788-7059E8E7AC82}" srcOrd="0" destOrd="0" presId="urn:microsoft.com/office/officeart/2008/layout/LinedList"/>
    <dgm:cxn modelId="{9C5801C9-AE1A-4BF8-9537-6995811694B9}" type="presOf" srcId="{5F6C37B4-1440-4BB6-A4D7-B5964DFB5738}" destId="{8D3F17F7-2D4C-4B00-A200-6B10A2F9D4E2}" srcOrd="0" destOrd="0" presId="urn:microsoft.com/office/officeart/2008/layout/LinedList"/>
    <dgm:cxn modelId="{8FCD48DE-2736-499A-BE0C-04B7A7C63C3D}" type="presOf" srcId="{B9A8B96F-C87E-480D-9D85-7E0C30EA17BE}" destId="{1538F01F-0445-45AB-BAD2-943A2A5DFCC5}" srcOrd="0" destOrd="0" presId="urn:microsoft.com/office/officeart/2008/layout/LinedList"/>
    <dgm:cxn modelId="{470AB903-8414-4C7A-BB69-8DC242EA6424}" type="presParOf" srcId="{8E7CD367-4624-42D0-9788-7059E8E7AC82}" destId="{0D071603-609F-4068-8CB2-EA87DBAECCED}" srcOrd="0" destOrd="0" presId="urn:microsoft.com/office/officeart/2008/layout/LinedList"/>
    <dgm:cxn modelId="{6FA3606C-805A-4FAE-9E94-606D83A28CC5}" type="presParOf" srcId="{8E7CD367-4624-42D0-9788-7059E8E7AC82}" destId="{C1F7BD34-35E0-41D0-A48A-70EF0F53CC64}" srcOrd="1" destOrd="0" presId="urn:microsoft.com/office/officeart/2008/layout/LinedList"/>
    <dgm:cxn modelId="{E746CB93-A0F6-416D-8091-A820094C632D}" type="presParOf" srcId="{C1F7BD34-35E0-41D0-A48A-70EF0F53CC64}" destId="{052AACE5-998A-4BC3-BF0F-378631312215}" srcOrd="0" destOrd="0" presId="urn:microsoft.com/office/officeart/2008/layout/LinedList"/>
    <dgm:cxn modelId="{FC48E25E-F32C-447E-9674-6AA151946B4F}" type="presParOf" srcId="{C1F7BD34-35E0-41D0-A48A-70EF0F53CC64}" destId="{1950090E-BDCE-4FEA-89FB-E146275F135F}" srcOrd="1" destOrd="0" presId="urn:microsoft.com/office/officeart/2008/layout/LinedList"/>
    <dgm:cxn modelId="{71C778C4-E3B7-4D2E-BDB3-6C332DCE92ED}" type="presParOf" srcId="{8E7CD367-4624-42D0-9788-7059E8E7AC82}" destId="{B3C05589-7613-432D-837B-4CF1C223D00B}" srcOrd="2" destOrd="0" presId="urn:microsoft.com/office/officeart/2008/layout/LinedList"/>
    <dgm:cxn modelId="{33EA73AF-83C4-44C5-87A4-799C804D6556}" type="presParOf" srcId="{8E7CD367-4624-42D0-9788-7059E8E7AC82}" destId="{0FCA1C99-6240-44F4-8676-7D38A6B0FC5B}" srcOrd="3" destOrd="0" presId="urn:microsoft.com/office/officeart/2008/layout/LinedList"/>
    <dgm:cxn modelId="{BDC876A8-9B07-4D74-8187-431C9D0828BF}" type="presParOf" srcId="{0FCA1C99-6240-44F4-8676-7D38A6B0FC5B}" destId="{8D3F17F7-2D4C-4B00-A200-6B10A2F9D4E2}" srcOrd="0" destOrd="0" presId="urn:microsoft.com/office/officeart/2008/layout/LinedList"/>
    <dgm:cxn modelId="{344FC5D5-092D-4515-ADBB-EADDC41607E2}" type="presParOf" srcId="{0FCA1C99-6240-44F4-8676-7D38A6B0FC5B}" destId="{EA75FC3C-710F-4291-899E-46307C0F9CD6}" srcOrd="1" destOrd="0" presId="urn:microsoft.com/office/officeart/2008/layout/LinedList"/>
    <dgm:cxn modelId="{903FFEBB-C261-4FA0-95A4-4B24619643FA}" type="presParOf" srcId="{8E7CD367-4624-42D0-9788-7059E8E7AC82}" destId="{DD273E84-20FD-4294-9288-AF959C6845A2}" srcOrd="4" destOrd="0" presId="urn:microsoft.com/office/officeart/2008/layout/LinedList"/>
    <dgm:cxn modelId="{4B5C95D2-6E7B-4A67-A3AE-AFE6BF6EBEE6}" type="presParOf" srcId="{8E7CD367-4624-42D0-9788-7059E8E7AC82}" destId="{4137494F-2F8D-4205-AA7B-4EE29AE96E12}" srcOrd="5" destOrd="0" presId="urn:microsoft.com/office/officeart/2008/layout/LinedList"/>
    <dgm:cxn modelId="{C6955DA2-87E3-4FC6-90D2-36ADB79E6568}" type="presParOf" srcId="{4137494F-2F8D-4205-AA7B-4EE29AE96E12}" destId="{1538F01F-0445-45AB-BAD2-943A2A5DFCC5}" srcOrd="0" destOrd="0" presId="urn:microsoft.com/office/officeart/2008/layout/LinedList"/>
    <dgm:cxn modelId="{F486F3AA-4A12-4F3B-96ED-8788F130652F}" type="presParOf" srcId="{4137494F-2F8D-4205-AA7B-4EE29AE96E12}" destId="{E11FC8DB-189E-4486-AAA0-066AF5BBB778}" srcOrd="1" destOrd="0" presId="urn:microsoft.com/office/officeart/2008/layout/LinedList"/>
    <dgm:cxn modelId="{120880EA-5855-481C-B689-AA9BD4AE8F9B}" type="presParOf" srcId="{8E7CD367-4624-42D0-9788-7059E8E7AC82}" destId="{FB068F9D-D3A0-4623-96B2-E5B80C3A87B7}" srcOrd="6" destOrd="0" presId="urn:microsoft.com/office/officeart/2008/layout/LinedList"/>
    <dgm:cxn modelId="{4FF606B7-FC52-487B-8E33-A732478D60DA}" type="presParOf" srcId="{8E7CD367-4624-42D0-9788-7059E8E7AC82}" destId="{88E4B99A-582E-4ED1-8CCF-66CAB1E81508}" srcOrd="7" destOrd="0" presId="urn:microsoft.com/office/officeart/2008/layout/LinedList"/>
    <dgm:cxn modelId="{892E2992-53D4-4F33-9ACB-A02540094900}" type="presParOf" srcId="{88E4B99A-582E-4ED1-8CCF-66CAB1E81508}" destId="{C3C5129C-D100-4F7A-83E7-8BA97F4B63FE}" srcOrd="0" destOrd="0" presId="urn:microsoft.com/office/officeart/2008/layout/LinedList"/>
    <dgm:cxn modelId="{10077629-A26E-4F23-849D-F981668DD8C1}" type="presParOf" srcId="{88E4B99A-582E-4ED1-8CCF-66CAB1E81508}" destId="{A3AC6A9C-9C31-44AE-BF91-80A9D91BE892}" srcOrd="1" destOrd="0" presId="urn:microsoft.com/office/officeart/2008/layout/LinedList"/>
    <dgm:cxn modelId="{BEC6B472-A96A-44AD-80F8-C0D53DF8DBF3}" type="presParOf" srcId="{8E7CD367-4624-42D0-9788-7059E8E7AC82}" destId="{10864022-99EB-432B-9F41-85E3AF758ECC}" srcOrd="8" destOrd="0" presId="urn:microsoft.com/office/officeart/2008/layout/LinedList"/>
    <dgm:cxn modelId="{5A416B2F-8C87-4404-ABD0-AC302E7E0A77}" type="presParOf" srcId="{8E7CD367-4624-42D0-9788-7059E8E7AC82}" destId="{84797684-2C36-4382-804F-0EB5BCD6FC9D}" srcOrd="9" destOrd="0" presId="urn:microsoft.com/office/officeart/2008/layout/LinedList"/>
    <dgm:cxn modelId="{790D9D66-C446-40EE-B595-ECBFC26720EF}" type="presParOf" srcId="{84797684-2C36-4382-804F-0EB5BCD6FC9D}" destId="{BD25B7C4-130E-4151-80B9-16B850DC4FFF}" srcOrd="0" destOrd="0" presId="urn:microsoft.com/office/officeart/2008/layout/LinedList"/>
    <dgm:cxn modelId="{DE1DCA62-8C6F-44C3-AF1C-06A0EEA06777}" type="presParOf" srcId="{84797684-2C36-4382-804F-0EB5BCD6FC9D}" destId="{0C5AEE2F-7888-4D62-A978-031160DC5B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227FD-93EE-4990-B96D-1CF7C34274AA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DAB12-68A9-4FAD-A401-E3A3158521E4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1" kern="1200"/>
            <a:t>Deviance: any behavior, belief or characteristic that violates the social norms or expectations of a given society, provokes disapproval, and risks social control</a:t>
          </a:r>
          <a:endParaRPr lang="en-US" sz="2600" kern="1200"/>
        </a:p>
      </dsp:txBody>
      <dsp:txXfrm>
        <a:off x="585701" y="1066737"/>
        <a:ext cx="4337991" cy="2693452"/>
      </dsp:txXfrm>
    </dsp:sp>
    <dsp:sp modelId="{BB176AD1-49F5-4D62-B1B8-1BD3C0577845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B36CE-46DA-4136-88D7-32C988985726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1" kern="1200"/>
            <a:t>Crime: behaviors that violate the formalized behavioral norms (laws) of a given society</a:t>
          </a:r>
          <a:endParaRPr lang="en-US" sz="2600" kern="1200"/>
        </a:p>
      </dsp:txBody>
      <dsp:txXfrm>
        <a:off x="6092527" y="1066737"/>
        <a:ext cx="4337991" cy="26934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8ADF4-5731-4582-A433-6AB8CE0F5753}">
      <dsp:nvSpPr>
        <dsp:cNvPr id="0" name=""/>
        <dsp:cNvSpPr/>
      </dsp:nvSpPr>
      <dsp:spPr>
        <a:xfrm>
          <a:off x="0" y="2125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7BB7F-A504-4822-B40C-F5115A2F0FC9}">
      <dsp:nvSpPr>
        <dsp:cNvPr id="0" name=""/>
        <dsp:cNvSpPr/>
      </dsp:nvSpPr>
      <dsp:spPr>
        <a:xfrm>
          <a:off x="0" y="2125"/>
          <a:ext cx="10515600" cy="144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“Attitudes”</a:t>
          </a:r>
          <a:r>
            <a:rPr lang="en-US" sz="3300" kern="1200"/>
            <a:t>: unpopular or unconventional beliefs, ideas or opinions </a:t>
          </a:r>
        </a:p>
      </dsp:txBody>
      <dsp:txXfrm>
        <a:off x="0" y="2125"/>
        <a:ext cx="10515600" cy="1449431"/>
      </dsp:txXfrm>
    </dsp:sp>
    <dsp:sp modelId="{0B41B6E9-71E9-4E6E-A8D6-A04BEC632677}">
      <dsp:nvSpPr>
        <dsp:cNvPr id="0" name=""/>
        <dsp:cNvSpPr/>
      </dsp:nvSpPr>
      <dsp:spPr>
        <a:xfrm>
          <a:off x="0" y="1451556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9D0AE-4210-4CB0-9CE4-4EF7AB1AD183}">
      <dsp:nvSpPr>
        <dsp:cNvPr id="0" name=""/>
        <dsp:cNvSpPr/>
      </dsp:nvSpPr>
      <dsp:spPr>
        <a:xfrm>
          <a:off x="0" y="1451556"/>
          <a:ext cx="10515600" cy="144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“Behavior”:</a:t>
          </a:r>
          <a:r>
            <a:rPr lang="en-US" sz="3300" kern="1200"/>
            <a:t> overt actions (or failure to act) that risks disapproval or condemnation</a:t>
          </a:r>
        </a:p>
      </dsp:txBody>
      <dsp:txXfrm>
        <a:off x="0" y="1451556"/>
        <a:ext cx="10515600" cy="1449431"/>
      </dsp:txXfrm>
    </dsp:sp>
    <dsp:sp modelId="{426ED36A-0DD1-4BF5-9483-DF2F18694703}">
      <dsp:nvSpPr>
        <dsp:cNvPr id="0" name=""/>
        <dsp:cNvSpPr/>
      </dsp:nvSpPr>
      <dsp:spPr>
        <a:xfrm>
          <a:off x="0" y="2900987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92A70-DB05-4FDA-81A0-981BE9B2B9F2}">
      <dsp:nvSpPr>
        <dsp:cNvPr id="0" name=""/>
        <dsp:cNvSpPr/>
      </dsp:nvSpPr>
      <dsp:spPr>
        <a:xfrm>
          <a:off x="0" y="2900987"/>
          <a:ext cx="10515600" cy="14494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“Conditions”</a:t>
          </a:r>
          <a:r>
            <a:rPr lang="en-US" sz="3300" kern="1200"/>
            <a:t>: physical characteristics or traits that risk making an individual the target of negative social reactions</a:t>
          </a:r>
        </a:p>
      </dsp:txBody>
      <dsp:txXfrm>
        <a:off x="0" y="2900987"/>
        <a:ext cx="10515600" cy="14494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C3AB4-9644-48DC-ADDC-385D5B4CA95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0F01F16-13A4-4A3D-B1D2-7C42B11C28F4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Relative</a:t>
          </a:r>
          <a:r>
            <a:rPr lang="en-US" sz="3000" kern="1200"/>
            <a:t>: varies across time and place</a:t>
          </a:r>
        </a:p>
      </dsp:txBody>
      <dsp:txXfrm>
        <a:off x="0" y="0"/>
        <a:ext cx="10515600" cy="1087834"/>
      </dsp:txXfrm>
    </dsp:sp>
    <dsp:sp modelId="{62473D51-E6AA-4EB4-9E3D-2B3911003097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FBFDFFE-F541-4070-9CB6-653E7F250E12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Contextual</a:t>
          </a:r>
          <a:r>
            <a:rPr lang="en-US" sz="3000" kern="1200"/>
            <a:t>: depends on specific physical or social situations</a:t>
          </a:r>
        </a:p>
      </dsp:txBody>
      <dsp:txXfrm>
        <a:off x="0" y="1087834"/>
        <a:ext cx="10515600" cy="1087834"/>
      </dsp:txXfrm>
    </dsp:sp>
    <dsp:sp modelId="{BB63CD3D-85B0-4BFA-B0ED-E36F66196CBC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2AB6C3-6D22-40C3-AC14-6B25E3D9CA91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Contingent</a:t>
          </a:r>
          <a:r>
            <a:rPr lang="en-US" sz="3000" kern="1200" dirty="0"/>
            <a:t>: depends on factors outside of behavior, attitudes, or characteristics</a:t>
          </a:r>
        </a:p>
      </dsp:txBody>
      <dsp:txXfrm>
        <a:off x="0" y="2175669"/>
        <a:ext cx="10515600" cy="1087834"/>
      </dsp:txXfrm>
    </dsp:sp>
    <dsp:sp modelId="{3B4D5E89-B167-474D-9191-CFC325346310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C6506F1-0A68-4655-8BB2-0D4E7A83D98E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Probabilistic</a:t>
          </a:r>
          <a:r>
            <a:rPr lang="en-US" sz="3000" kern="1200"/>
            <a:t>: likely but not definitive</a:t>
          </a:r>
        </a:p>
      </dsp:txBody>
      <dsp:txXfrm>
        <a:off x="0" y="3263503"/>
        <a:ext cx="10515600" cy="1087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91996-D762-440B-9CF2-644C354CDBB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D7A42-9E6E-4BCC-BD8E-BFBF21848A02}">
      <dsp:nvSpPr>
        <dsp:cNvPr id="0" name=""/>
        <dsp:cNvSpPr/>
      </dsp:nvSpPr>
      <dsp:spPr>
        <a:xfrm>
          <a:off x="0" y="0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i="1" kern="1200"/>
            <a:t>Deviance is the violation of widely held social norms</a:t>
          </a:r>
          <a:endParaRPr lang="en-US" sz="3800" kern="1200"/>
        </a:p>
      </dsp:txBody>
      <dsp:txXfrm>
        <a:off x="0" y="0"/>
        <a:ext cx="10515600" cy="1088136"/>
      </dsp:txXfrm>
    </dsp:sp>
    <dsp:sp modelId="{E6FA2A02-A8E4-49A2-A072-A5DA205FB355}">
      <dsp:nvSpPr>
        <dsp:cNvPr id="0" name=""/>
        <dsp:cNvSpPr/>
      </dsp:nvSpPr>
      <dsp:spPr>
        <a:xfrm>
          <a:off x="0" y="1088136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1D821-7A5E-48DA-A8AA-C0C82835C430}">
      <dsp:nvSpPr>
        <dsp:cNvPr id="0" name=""/>
        <dsp:cNvSpPr/>
      </dsp:nvSpPr>
      <dsp:spPr>
        <a:xfrm>
          <a:off x="0" y="1088136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Focus is on rule breakers</a:t>
          </a:r>
        </a:p>
      </dsp:txBody>
      <dsp:txXfrm>
        <a:off x="0" y="1088136"/>
        <a:ext cx="10515600" cy="1088136"/>
      </dsp:txXfrm>
    </dsp:sp>
    <dsp:sp modelId="{675B676B-28D4-494F-966D-08D42DC6AC6E}">
      <dsp:nvSpPr>
        <dsp:cNvPr id="0" name=""/>
        <dsp:cNvSpPr/>
      </dsp:nvSpPr>
      <dsp:spPr>
        <a:xfrm>
          <a:off x="0" y="2176272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14414-2747-4BF7-9984-C456C0870727}">
      <dsp:nvSpPr>
        <dsp:cNvPr id="0" name=""/>
        <dsp:cNvSpPr/>
      </dsp:nvSpPr>
      <dsp:spPr>
        <a:xfrm>
          <a:off x="0" y="2176272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Norms have degrees of seriousness</a:t>
          </a:r>
        </a:p>
      </dsp:txBody>
      <dsp:txXfrm>
        <a:off x="0" y="2176272"/>
        <a:ext cx="10515600" cy="1088136"/>
      </dsp:txXfrm>
    </dsp:sp>
    <dsp:sp modelId="{2C9402D8-95D7-4D91-A1A7-BA4BDF947840}">
      <dsp:nvSpPr>
        <dsp:cNvPr id="0" name=""/>
        <dsp:cNvSpPr/>
      </dsp:nvSpPr>
      <dsp:spPr>
        <a:xfrm>
          <a:off x="0" y="3264408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3B7F1-372D-4C1E-8239-D80E639253B5}">
      <dsp:nvSpPr>
        <dsp:cNvPr id="0" name=""/>
        <dsp:cNvSpPr/>
      </dsp:nvSpPr>
      <dsp:spPr>
        <a:xfrm>
          <a:off x="0" y="3264408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Deviance is a concern for social stability</a:t>
          </a:r>
        </a:p>
      </dsp:txBody>
      <dsp:txXfrm>
        <a:off x="0" y="3264408"/>
        <a:ext cx="10515600" cy="10881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71603-609F-4068-8CB2-EA87DBAECCED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AACE5-998A-4BC3-BF0F-378631312215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i="1" kern="1200"/>
            <a:t>Deviance is a condition or action that receives condemnation or punishment.</a:t>
          </a:r>
          <a:endParaRPr lang="en-US" sz="2600" kern="1200"/>
        </a:p>
      </dsp:txBody>
      <dsp:txXfrm>
        <a:off x="0" y="531"/>
        <a:ext cx="10515600" cy="870055"/>
      </dsp:txXfrm>
    </dsp:sp>
    <dsp:sp modelId="{B3C05589-7613-432D-837B-4CF1C223D00B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F17F7-2D4C-4B00-A200-6B10A2F9D4E2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Focus is on rule makers</a:t>
          </a:r>
        </a:p>
      </dsp:txBody>
      <dsp:txXfrm>
        <a:off x="0" y="870586"/>
        <a:ext cx="10515600" cy="870055"/>
      </dsp:txXfrm>
    </dsp:sp>
    <dsp:sp modelId="{DD273E84-20FD-4294-9288-AF959C6845A2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8F01F-0445-45AB-BAD2-943A2A5DFCC5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Focus on “deviant” as an identity status</a:t>
          </a:r>
        </a:p>
      </dsp:txBody>
      <dsp:txXfrm>
        <a:off x="0" y="1740641"/>
        <a:ext cx="10515600" cy="870055"/>
      </dsp:txXfrm>
    </dsp:sp>
    <dsp:sp modelId="{FB068F9D-D3A0-4623-96B2-E5B80C3A87B7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5129C-D100-4F7A-83E7-8BA97F4B63FE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Connects deviance to social stratification</a:t>
          </a:r>
        </a:p>
      </dsp:txBody>
      <dsp:txXfrm>
        <a:off x="0" y="2610696"/>
        <a:ext cx="10515600" cy="870055"/>
      </dsp:txXfrm>
    </dsp:sp>
    <dsp:sp modelId="{10864022-99EB-432B-9F41-85E3AF758ECC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5B7C4-130E-4151-80B9-16B850DC4FFF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Deviance identification as a process of social control</a:t>
          </a:r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9AC4EE-5898-6E71-D717-D60015B27E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pitchFamily="-65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83701-5CB3-F1C4-FA89-2AB1773BB7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ＭＳ Ｐゴシック" pitchFamily="-65" charset="-128"/>
              </a:defRPr>
            </a:lvl1pPr>
          </a:lstStyle>
          <a:p>
            <a:pPr>
              <a:defRPr/>
            </a:pPr>
            <a:fld id="{A793E5FE-EDF8-4E4D-A662-795C1436DAB4}" type="datetimeFigureOut">
              <a:rPr lang="en-US"/>
              <a:pPr>
                <a:defRPr/>
              </a:pPr>
              <a:t>8/11/2026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1FBC6ED-55F9-1045-86DC-D9D9E5F02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E5D608C-7B3E-9657-FDA4-B9333D968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456CF-A1D6-9652-D3B8-1D8F9EB337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pitchFamily="-65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2A6DA-D225-2743-8C79-2E6231B17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9C562AA-0CF2-4365-98D4-E1660E498E0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definition of sociology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523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919A-8DF4-28E9-9F96-C03BC2DB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A76D6-D2B5-5D02-2A21-23F7EF662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92B99-4C9B-2E1A-7C89-561109076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66BB4-E83D-1D13-1FE9-551738AB8B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700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0965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Crime scene learning lab: Image shows a mannequin “victim”, mannequin “perpetrator” and blood spatter patterns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618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image is a book of criminal codes next to a gavel. Right image is the front of a Miranda Warning 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6175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top L to R: Ted Bundy, Jeffrey Dahmer, Ed Gein, David Berkowitz, John Wayne Gacy , Richard Ramirez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73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L: Warren Anderson (Union Carbide), John Kapoor (Insys), Denis Muilenberg (Boeing), Richard Sackler (Purdue Pharma)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0388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shows three women engaging in gossip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C562AA-0CF2-4365-98D4-E1660E498E00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677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C50D8-7F30-249A-37EC-23599E18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DDCB8-3EF1-6FC5-4648-E3584BDA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DC10C-6EF6-3F7A-254E-87D96398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6BB810-D1F5-4FA6-92EC-338C3678C4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50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1CBB7-D8EA-B824-5B12-5C873C30B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742E3-5CB7-1DD7-D478-F6D48406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99E38-B512-C3D3-4F8C-21889CC6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167ABC-ABCA-4E34-B478-BB6987A0BE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96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50D0A-98C2-3DEB-B7E0-4C161CAA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A0397-5BFA-37D5-ADF2-94E9B5C1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59C01-5012-7B7B-DFB0-0D24A3E6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0D2351-CC2D-4727-8DBC-A631A75A9E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61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308909B-7217-7212-8341-3C02CAB4A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FCE1745-0CE3-875A-0D8A-090781B6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B1BAD90-889F-51BD-66F2-7A9C8573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E89467-5A00-49F6-8972-A65067BAF6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884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D14F5CD-5A71-5118-F832-F0F3FE39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EF1F8F-5DF6-B79B-514A-59B021DC7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946860-9BC5-E95A-7B70-F3C27E0F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C0690-5669-4611-BCB2-DCB72AB7B2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4346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A32BA8-DC2B-9AF8-BF7E-8B67657C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F33792F-12C3-FA51-C4F9-69CE9B6E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84B456D-252B-18DB-F892-7A928B5D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BAFC08-9E3B-4DC5-A810-820CD197A4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080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3B22CC-6190-9124-E938-81129A36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773207F-E757-228E-5537-D06FF3A0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7D74496-F477-49B4-C271-1CA971E9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FAD9EE-3856-40AF-99A9-774D4A7FE5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71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3D23FCD-BB62-F4DF-6C20-040358336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1D27A9-989E-228A-9045-3E7112E3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A3B11E-C55F-B5ED-BA58-F30DBBB6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B2EF-1F31-4F0D-AEEA-B049791FA3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52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B48AEE1-0574-B9E2-4EBE-96D28A568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2EF10A1-FF73-704E-64CF-DF83408C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8323187-5840-35C6-A481-83CFB8BA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9D993E-A839-4CC4-89E9-14EE46F7E5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58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0B4B4-6EA0-838E-0F1B-4137D89D1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49F08-9E29-CB40-F222-3AE82B49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F967C-5335-868E-780A-F204D437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31681F-985F-40B3-9B0E-C8853A6E76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730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E228B-ED96-A9F3-9EEA-7D4E08CD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00CC4-C0AE-0E67-0671-5AB4A614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3FC59-D0BE-B938-D28D-B0B2BF3D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CA78C8-FBCF-4639-B25E-21B04ADB63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8790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184F702-40FE-985F-0338-36902E4745F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5D0B0B5-359D-108E-5F26-7E318E03A9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783E0-1867-3E24-2F2D-9D39D74D6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-65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51FA7-A866-D527-55AA-42FBF7A57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-65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9253E-5CFE-9513-55AD-EAAB78F5F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5CD4A27-BE51-4187-ADD4-4DA9F1E647B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0A5B0D-E9ED-742B-24BC-62369CE3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03" y="949325"/>
            <a:ext cx="8071706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eaLnBrk="1" hangingPunct="1">
              <a:lnSpc>
                <a:spcPct val="90000"/>
              </a:lnSpc>
              <a:defRPr/>
            </a:pPr>
            <a:r>
              <a:rPr lang="en-US" sz="6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SOC. 8: </a:t>
            </a:r>
            <a:br>
              <a:rPr lang="en-US" sz="6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6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Crime and Deviance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1CF7AC-131B-377F-AEFB-2E7EE6198525}"/>
              </a:ext>
            </a:extLst>
          </p:cNvPr>
          <p:cNvSpPr txBox="1"/>
          <p:nvPr/>
        </p:nvSpPr>
        <p:spPr>
          <a:xfrm>
            <a:off x="1932902" y="3429000"/>
            <a:ext cx="807169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eaLnBrk="1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3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Instructor: Dr. Linda McAllister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C4521DE-248E-440D-AAD6-FD9E7D34B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285" y="0"/>
            <a:ext cx="0" cy="685800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42C13FA-4C0F-42D0-9626-5BA6040D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6252485"/>
            <a:ext cx="1219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Freeform: Shape 3095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97" name="Freeform: Shape 3096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74" name="Title 1">
            <a:extLst>
              <a:ext uri="{FF2B5EF4-FFF2-40B4-BE49-F238E27FC236}">
                <a16:creationId xmlns:a16="http://schemas.microsoft.com/office/drawing/2014/main" id="{3885917D-7502-6E15-759A-89D5989FD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5400" b="1">
                <a:solidFill>
                  <a:schemeClr val="bg1">
                    <a:lumMod val="95000"/>
                    <a:lumOff val="5000"/>
                  </a:schemeClr>
                </a:solidFill>
              </a:rPr>
              <a:t>Why do people break rules?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8BD06C-0BB0-C8FF-81A3-E7F589BC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3800" b="1" i="1">
                <a:solidFill>
                  <a:schemeClr val="bg1">
                    <a:lumMod val="95000"/>
                    <a:lumOff val="5000"/>
                  </a:schemeClr>
                </a:solidFill>
              </a:rPr>
              <a:t>Sociology is the systematic study of human societies. This study includes both the institutions that structure and organize human group life as well as the interpersonal exchanges between individuals. </a:t>
            </a:r>
            <a:endParaRPr lang="en-US" sz="380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A0033-2684-4F90-102D-458344CDB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E89CBF9-9929-9C95-D7CA-F233F17DD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C1046-51FC-52ED-BE4D-B5A9ADE4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The Scope of  Sociological Inquiry: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4761B98-20B2-BC47-F00E-3ACD94E80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225B4E-6DC6-5795-34CE-07B9746C6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Macrolevel: way of examining human life that focuses on the broad social forces and structural features of a society that exist above the level of individual people</a:t>
            </a:r>
          </a:p>
          <a:p>
            <a:r>
              <a:rPr lang="en-US" sz="3600" dirty="0">
                <a:solidFill>
                  <a:schemeClr val="bg1"/>
                </a:solidFill>
              </a:rPr>
              <a:t>Microlevel: way of examining human life that focuses on the immediate, everyday experiences of individuals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macro and micro are interdependent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35E08C-DC3D-AE71-F4D2-A49E52365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8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96BFF-DF0C-DAC5-802C-A0F7B1CD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The Practice of Sociological Inquiry: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1F9D45E-B6EE-D887-9B0E-07A9819B7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Observe patterns in human behavior</a:t>
            </a:r>
          </a:p>
          <a:p>
            <a:r>
              <a:rPr lang="en-US" sz="3600" dirty="0">
                <a:solidFill>
                  <a:schemeClr val="bg1"/>
                </a:solidFill>
              </a:rPr>
              <a:t>Develop theories to explain these observations</a:t>
            </a:r>
          </a:p>
          <a:p>
            <a:r>
              <a:rPr lang="en-US" sz="3600" dirty="0">
                <a:solidFill>
                  <a:schemeClr val="bg1"/>
                </a:solidFill>
              </a:rPr>
              <a:t>Conduct investigations, gather and analyze data</a:t>
            </a:r>
          </a:p>
          <a:p>
            <a:r>
              <a:rPr lang="en-US" sz="3600" dirty="0">
                <a:solidFill>
                  <a:schemeClr val="bg1"/>
                </a:solidFill>
              </a:rPr>
              <a:t>Assess theories based on evidence or logical arguments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36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03270-2D26-8B81-2064-7ABAEA64E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Key Inquiry Spaces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AB8D9-8C96-B98A-38DB-019E5AF7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Culture: the languages, values, beliefs, rules, behaviors, and artifacts that characterize a given collective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Social Structure: the framework of a society that organizes and regulates social life. This includes institutions, organizations, groups, statuses and roles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Power: the ability of individuals, groups, organizations, or institutions to exercise control over other people or groups despite possible opposition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7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tanding next to a person lying on a bed&#10;&#10;Description automatically generated with low confidence">
            <a:extLst>
              <a:ext uri="{FF2B5EF4-FFF2-40B4-BE49-F238E27FC236}">
                <a16:creationId xmlns:a16="http://schemas.microsoft.com/office/drawing/2014/main" id="{2A2B1215-2B8A-AEAF-2E69-45FBC407A2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746"/>
          <a:stretch>
            <a:fillRect/>
          </a:stretch>
        </p:blipFill>
        <p:spPr>
          <a:xfrm rot="21600000"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22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C0737189-DF8F-61F2-8564-71965AEB5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661888"/>
            <a:ext cx="5294716" cy="353422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DAA26FF3-C97B-54DF-3182-7D5F601FA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817" y="1611994"/>
            <a:ext cx="5294715" cy="363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0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d Bundy - Wikipedia">
            <a:extLst>
              <a:ext uri="{FF2B5EF4-FFF2-40B4-BE49-F238E27FC236}">
                <a16:creationId xmlns:a16="http://schemas.microsoft.com/office/drawing/2014/main" id="{1699386C-2DDD-053C-311E-4CF585C20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122" y="643467"/>
            <a:ext cx="1774996" cy="24756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w a serial killer used social media to attract his victims – and why we  should all take note">
            <a:extLst>
              <a:ext uri="{FF2B5EF4-FFF2-40B4-BE49-F238E27FC236}">
                <a16:creationId xmlns:a16="http://schemas.microsoft.com/office/drawing/2014/main" id="{73165747-9E75-F710-FC25-E0DE078C5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791" y="650497"/>
            <a:ext cx="1794673" cy="246862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Ed Gein - Wikipedia">
            <a:extLst>
              <a:ext uri="{FF2B5EF4-FFF2-40B4-BE49-F238E27FC236}">
                <a16:creationId xmlns:a16="http://schemas.microsoft.com/office/drawing/2014/main" id="{23E56CC1-A4BA-A731-9C54-0541074B4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7241" y="650497"/>
            <a:ext cx="1825456" cy="246862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David Berkowitz - IMDb">
            <a:extLst>
              <a:ext uri="{FF2B5EF4-FFF2-40B4-BE49-F238E27FC236}">
                <a16:creationId xmlns:a16="http://schemas.microsoft.com/office/drawing/2014/main" id="{AEF26C20-2E61-294A-DF66-4A22DCEFFE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3039" y="3748194"/>
            <a:ext cx="1723962" cy="247163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4FFA271-A10A-4AC3-8F06-E3313A19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9FE375-3674-4B26-B67B-30AFAF78C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361070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John Wayne Gacy | Biography, Murders, Execution, Paintings, &amp; Facts |  Britannica">
            <a:extLst>
              <a:ext uri="{FF2B5EF4-FFF2-40B4-BE49-F238E27FC236}">
                <a16:creationId xmlns:a16="http://schemas.microsoft.com/office/drawing/2014/main" id="{E5A07994-281D-AD6D-4E59-45959A248B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614" y="3818714"/>
            <a:ext cx="2094970" cy="2401112"/>
          </a:xfrm>
          <a:prstGeom prst="rect">
            <a:avLst/>
          </a:prstGeom>
        </p:spPr>
      </p:pic>
      <p:pic>
        <p:nvPicPr>
          <p:cNvPr id="7" name="Picture 6" descr="The face of a serial killer. Richard Ramirez, widely known as the “Night  Stalker,” was an American serial killer who terrorised California during  the mid-1980s. Born in 1960 in El Paso, Texas,">
            <a:extLst>
              <a:ext uri="{FF2B5EF4-FFF2-40B4-BE49-F238E27FC236}">
                <a16:creationId xmlns:a16="http://schemas.microsoft.com/office/drawing/2014/main" id="{DB731CC0-AABB-504D-799C-7309409368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4129" y="3755224"/>
            <a:ext cx="1971680" cy="246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9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E8CD4E-6381-4807-AA5B-CE0024A8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8445F8-F032-43C9-8D0F-A5155F525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59"/>
            <a:ext cx="5538555" cy="28870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arren Anderson (American businessman) - Wikipedia">
            <a:extLst>
              <a:ext uri="{FF2B5EF4-FFF2-40B4-BE49-F238E27FC236}">
                <a16:creationId xmlns:a16="http://schemas.microsoft.com/office/drawing/2014/main" id="{8EA92457-282B-24BD-23C5-BB7C2905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46" y="644229"/>
            <a:ext cx="2095745" cy="25603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6A325B5-56A3-425A-B9A3-0CEB7CA1B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2" y="480060"/>
            <a:ext cx="5538555" cy="2887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John Kapoor">
            <a:extLst>
              <a:ext uri="{FF2B5EF4-FFF2-40B4-BE49-F238E27FC236}">
                <a16:creationId xmlns:a16="http://schemas.microsoft.com/office/drawing/2014/main" id="{62722526-A2F8-0564-1EA8-3059F1C4A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549" y="644229"/>
            <a:ext cx="2560320" cy="256032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80DE958-9D45-4CAD-BF1F-FA2ED970B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3" y="3527956"/>
            <a:ext cx="5538554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ennis Muilenburg | Cultivation Capital">
            <a:extLst>
              <a:ext uri="{FF2B5EF4-FFF2-40B4-BE49-F238E27FC236}">
                <a16:creationId xmlns:a16="http://schemas.microsoft.com/office/drawing/2014/main" id="{61D1E629-C911-6F28-B971-F93AB04C5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7059" y="3653451"/>
            <a:ext cx="2560320" cy="256032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93B4BF-AD35-4E52-8131-161C5FB9C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2" y="3527956"/>
            <a:ext cx="5538555" cy="2849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ichard Sackler Says Family and Purdue Bear No Responsibility for Opioid  Crisis - The New York Times">
            <a:extLst>
              <a:ext uri="{FF2B5EF4-FFF2-40B4-BE49-F238E27FC236}">
                <a16:creationId xmlns:a16="http://schemas.microsoft.com/office/drawing/2014/main" id="{2A65ADAD-ED83-A5CB-327A-4105CA9AD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5549" y="3672788"/>
            <a:ext cx="256032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88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4CF7D-F89D-F8BF-4D08-B386C021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5200"/>
              <a:t>Defining Deviance and Crime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22CB13-1E84-5D5A-59A6-67F9D69B8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96130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94C5F-501A-29BB-3C50-D0C70619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700" b="1"/>
              <a:t>Elements of a Sociological Understanding of Deviance</a:t>
            </a:r>
            <a:endParaRPr lang="en-GB" sz="3700" b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84615-EA39-E10B-ABC2-3615FD690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800" dirty="0"/>
              <a:t>A norm, rule, or expectation must exist</a:t>
            </a:r>
          </a:p>
          <a:p>
            <a:pPr lvl="1"/>
            <a:r>
              <a:rPr lang="en-US" dirty="0"/>
              <a:t>Norm: culturally defined standard of conduct</a:t>
            </a:r>
          </a:p>
          <a:p>
            <a:r>
              <a:rPr lang="en-US" sz="2800" dirty="0"/>
              <a:t>The norm, rule, or expectation must (or believed to) be broken</a:t>
            </a:r>
          </a:p>
          <a:p>
            <a:r>
              <a:rPr lang="en-US" sz="2800" dirty="0"/>
              <a:t>A social audience reacts with disapproval and social control</a:t>
            </a:r>
          </a:p>
          <a:p>
            <a:pPr lvl="1"/>
            <a:r>
              <a:rPr lang="en-US" dirty="0"/>
              <a:t>Social control: range of responses a society, or members of a society, uses to address norm violations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CB636-34FD-75BD-6FC6-72CC78279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rPr lang="en-US" sz="5200"/>
              <a:t>ABCs of Deviance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D08BBF2-307C-E630-0E5E-3538F8DD7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470431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818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3978E-48B3-5638-5A1B-22682B8C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/>
              <a:t>Social control: the entire range of responses a society uses to address norm violations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1D97EC-6611-DE55-9833-A20EC44B78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6256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B9CEA-6B23-E9FB-5B4B-56958322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700">
                <a:solidFill>
                  <a:schemeClr val="bg1"/>
                </a:solidFill>
              </a:rPr>
              <a:t>How we are </a:t>
            </a:r>
            <a:r>
              <a:rPr lang="en-US" sz="3700" i="1">
                <a:solidFill>
                  <a:schemeClr val="bg1"/>
                </a:solidFill>
              </a:rPr>
              <a:t>not</a:t>
            </a:r>
            <a:r>
              <a:rPr lang="en-US" sz="3700">
                <a:solidFill>
                  <a:schemeClr val="bg1"/>
                </a:solidFill>
              </a:rPr>
              <a:t> using the term deviance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A532-D1A8-B2BF-82A1-C5CFFE4CC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As a pejorative (word of disapproval)</a:t>
            </a:r>
          </a:p>
          <a:p>
            <a:r>
              <a:rPr lang="en-US" sz="4000" dirty="0">
                <a:solidFill>
                  <a:schemeClr val="bg1"/>
                </a:solidFill>
              </a:rPr>
              <a:t>As statistical rarity</a:t>
            </a:r>
          </a:p>
          <a:p>
            <a:r>
              <a:rPr lang="en-US" sz="4000" dirty="0">
                <a:solidFill>
                  <a:schemeClr val="bg1"/>
                </a:solidFill>
              </a:rPr>
              <a:t>As an absolute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15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D99F5-6F51-6E13-6D9E-5A46770F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Additional Considerations: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2EE96-AF26-4A34-3578-4842A708D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Degree of Consensus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agreement in opinion or feeling among a group of people</a:t>
            </a:r>
          </a:p>
          <a:p>
            <a:r>
              <a:rPr lang="en-US" dirty="0">
                <a:solidFill>
                  <a:schemeClr val="bg1"/>
                </a:solidFill>
              </a:rPr>
              <a:t>Direction of imposition of norms</a:t>
            </a:r>
          </a:p>
          <a:p>
            <a:pPr lvl="1"/>
            <a:r>
              <a:rPr lang="en-US" sz="3200" dirty="0">
                <a:solidFill>
                  <a:schemeClr val="bg1"/>
                </a:solidFill>
              </a:rPr>
              <a:t>Structural/hierarchical or interpersonal/horizontal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34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B7660-738D-780E-B54A-7FA1832A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Types of Social Control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0BD1-CEDD-B53D-7AD9-C0599D6C7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6"/>
            <a:ext cx="9406666" cy="3789113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Internal Social Control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 Socialization – the processes through which we learn how to act according to the rules and expectations of a particular culture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External Social Controls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Sanctions: social response that rewards conforming behavior and punishes behavior that violates norms</a:t>
            </a:r>
          </a:p>
          <a:p>
            <a:pPr lvl="2"/>
            <a:r>
              <a:rPr lang="en-US" b="1" dirty="0">
                <a:solidFill>
                  <a:schemeClr val="bg1"/>
                </a:solidFill>
              </a:rPr>
              <a:t>Informal</a:t>
            </a:r>
          </a:p>
          <a:p>
            <a:pPr lvl="2"/>
            <a:r>
              <a:rPr lang="en-US" b="1" dirty="0">
                <a:solidFill>
                  <a:schemeClr val="bg1"/>
                </a:solidFill>
              </a:rPr>
              <a:t>Semi-formal</a:t>
            </a:r>
          </a:p>
          <a:p>
            <a:pPr lvl="2"/>
            <a:r>
              <a:rPr lang="en-US" b="1" dirty="0">
                <a:solidFill>
                  <a:schemeClr val="bg1"/>
                </a:solidFill>
              </a:rPr>
              <a:t>Formal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099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19D12-608E-7204-559F-F24BC82F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bg1"/>
                </a:solidFill>
              </a:rPr>
              <a:t>Informal Social Control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AD4CA-539F-9514-C4ED-F2EC3311A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Takes place in interpersonal interactions or mediated interactions between people or groups</a:t>
            </a:r>
          </a:p>
          <a:p>
            <a:r>
              <a:rPr lang="en-US" b="1" dirty="0">
                <a:solidFill>
                  <a:schemeClr val="bg1"/>
                </a:solidFill>
              </a:rPr>
              <a:t>Can include ridicule, reprimand, criticism, shunning, harms to reputation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37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02D68-D8F1-9BCC-69ED-B94549E2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Semi-formal Social Control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17B0-B020-0790-91FD-0D0DCF4FA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Is administered by bureaucratic agencies outside of the criminal legal system, another term is “professional” control </a:t>
            </a:r>
          </a:p>
          <a:p>
            <a:r>
              <a:rPr lang="en-US" b="1" dirty="0">
                <a:solidFill>
                  <a:schemeClr val="bg1"/>
                </a:solidFill>
              </a:rPr>
              <a:t>Can include fines, monitoring, detentions, suspensions, mandatory evaluations, treatments, performance reviews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56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36F64-4B2E-8DB5-6920-FB5692C2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</a:rPr>
              <a:t>Formal Social Control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90874-B5ED-0E4B-1EAD-BD5D1E6D2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Takes place through interactions with the agents and organizations of the criminal justice system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Can include fines, monitoring, probation, imprisonment, court remanded treatments, restitution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05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78151-F89F-64D6-58C9-C020BECD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r>
              <a:rPr lang="en-US" sz="5200"/>
              <a:t>Normative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2D658D-E943-096F-72F0-FE8B38241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57581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4678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2812A-DA96-B5F4-D836-4A2D42CBA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Reactive Approach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BED652-24CD-70DA-1D94-18012BE75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7556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847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B7CC-AE95-7088-4BF8-D7F08DC5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Consensus vs. Conflict Model of Social Order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2C8AE-156B-7641-92B6-A52585713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Consensus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9AE25D-1B6D-757B-8DFC-1D5BAA338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81200" y="2174875"/>
            <a:ext cx="4040188" cy="4408487"/>
          </a:xfrm>
        </p:spPr>
        <p:txBody>
          <a:bodyPr/>
          <a:lstStyle/>
          <a:p>
            <a:r>
              <a:rPr lang="en-US" dirty="0"/>
              <a:t>Collectives are defined by their social agreements</a:t>
            </a:r>
          </a:p>
          <a:p>
            <a:r>
              <a:rPr lang="en-US" dirty="0"/>
              <a:t>Consensus is possible</a:t>
            </a:r>
          </a:p>
          <a:p>
            <a:r>
              <a:rPr lang="en-US" dirty="0"/>
              <a:t>Laws represent agreed upon social values</a:t>
            </a:r>
          </a:p>
          <a:p>
            <a:r>
              <a:rPr lang="en-US" dirty="0"/>
              <a:t>Disruptions or challenges to consensus must be addressed as a matter of stability</a:t>
            </a:r>
          </a:p>
          <a:p>
            <a:r>
              <a:rPr lang="en-US" dirty="0"/>
              <a:t>Punishment is a functional need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D77777-C806-C650-E77A-B4F4502C8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Conflict Model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DEBE32-E4FB-C4E7-8838-BA373A65B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6" y="2174875"/>
            <a:ext cx="4041775" cy="4408486"/>
          </a:xfrm>
        </p:spPr>
        <p:txBody>
          <a:bodyPr/>
          <a:lstStyle/>
          <a:p>
            <a:r>
              <a:rPr lang="en-US" dirty="0"/>
              <a:t>Collectives are engaged in constant struggles over control and resources</a:t>
            </a:r>
          </a:p>
          <a:p>
            <a:r>
              <a:rPr lang="en-US" dirty="0"/>
              <a:t>The law has its origin in the interests of a few</a:t>
            </a:r>
          </a:p>
          <a:p>
            <a:r>
              <a:rPr lang="en-US" dirty="0"/>
              <a:t>What deviant is defined by groups in power</a:t>
            </a:r>
          </a:p>
          <a:p>
            <a:r>
              <a:rPr lang="en-US" dirty="0"/>
              <a:t>Deviance must be managed to maintain status quo</a:t>
            </a:r>
          </a:p>
          <a:p>
            <a:r>
              <a:rPr lang="en-US" dirty="0"/>
              <a:t>Punishment benefits some at the expense of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067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4222</TotalTime>
  <Words>895</Words>
  <Application>Microsoft Office PowerPoint</Application>
  <PresentationFormat>Widescreen</PresentationFormat>
  <Paragraphs>99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SOC. 8:  Crime and Deviance</vt:lpstr>
      <vt:lpstr>Why do people break rules?</vt:lpstr>
      <vt:lpstr>Sociology is the systematic study of human societies. This study includes both the institutions that structure and organize human group life as well as the interpersonal exchanges between individuals. </vt:lpstr>
      <vt:lpstr>The Scope of  Sociological Inquiry:</vt:lpstr>
      <vt:lpstr>The Practice of Sociological Inquiry:</vt:lpstr>
      <vt:lpstr>Key Inquiry Spaces</vt:lpstr>
      <vt:lpstr>PowerPoint Presentation</vt:lpstr>
      <vt:lpstr>PowerPoint Presentation</vt:lpstr>
      <vt:lpstr>PowerPoint Presentation</vt:lpstr>
      <vt:lpstr>PowerPoint Presentation</vt:lpstr>
      <vt:lpstr>Defining Deviance and Crime</vt:lpstr>
      <vt:lpstr>Elements of a Sociological Understanding of Deviance</vt:lpstr>
      <vt:lpstr>ABCs of Deviance</vt:lpstr>
      <vt:lpstr>Social control: the entire range of responses a society uses to address norm violations</vt:lpstr>
      <vt:lpstr>How we are not using the term deviance</vt:lpstr>
      <vt:lpstr>Additional Considerations:</vt:lpstr>
      <vt:lpstr>Types of Social Control</vt:lpstr>
      <vt:lpstr>Informal Social Control</vt:lpstr>
      <vt:lpstr>Semi-formal Social Control</vt:lpstr>
      <vt:lpstr>Formal Social Control</vt:lpstr>
      <vt:lpstr>Normative Approach</vt:lpstr>
      <vt:lpstr>Reactive Approach</vt:lpstr>
      <vt:lpstr>Consensus vs. Conflict Model of Social Order</vt:lpstr>
    </vt:vector>
  </TitlesOfParts>
  <Company>Orion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Kahn Tietz</dc:creator>
  <cp:lastModifiedBy>Linda McAllister</cp:lastModifiedBy>
  <cp:revision>371</cp:revision>
  <dcterms:created xsi:type="dcterms:W3CDTF">2009-04-02T22:02:50Z</dcterms:created>
  <dcterms:modified xsi:type="dcterms:W3CDTF">2026-08-12T01:21:15Z</dcterms:modified>
</cp:coreProperties>
</file>